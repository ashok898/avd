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8" r:id="rId4"/>
  </p:sldMasterIdLst>
  <p:sldIdLst>
    <p:sldId id="256" r:id="rId5"/>
    <p:sldId id="257" r:id="rId6"/>
    <p:sldId id="258" r:id="rId7"/>
    <p:sldId id="259" r:id="rId8"/>
    <p:sldId id="260" r:id="rId9"/>
    <p:sldId id="261" r:id="rId10"/>
    <p:sldId id="264" r:id="rId11"/>
    <p:sldId id="263"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ACF80-7C87-4E45-A02D-294D8930AA0E}" v="6" dt="2025-10-15T19:01:53.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2" d="100"/>
          <a:sy n="62" d="100"/>
        </p:scale>
        <p:origin x="828" y="-10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 Onumu (INFOSYS LIMITED)" userId="10b2bb58-f72e-4c70-a6af-280fdc7ea77b" providerId="ADAL" clId="{02E3266B-8DDC-4E36-A542-4F270F09FB01}"/>
    <pc:docChg chg="undo custSel addSld modSld">
      <pc:chgData name="Tejas Onumu (INFOSYS LIMITED)" userId="10b2bb58-f72e-4c70-a6af-280fdc7ea77b" providerId="ADAL" clId="{02E3266B-8DDC-4E36-A542-4F270F09FB01}" dt="2025-10-15T19:02:02.414" v="111" actId="20577"/>
      <pc:docMkLst>
        <pc:docMk/>
      </pc:docMkLst>
      <pc:sldChg chg="modSp mod">
        <pc:chgData name="Tejas Onumu (INFOSYS LIMITED)" userId="10b2bb58-f72e-4c70-a6af-280fdc7ea77b" providerId="ADAL" clId="{02E3266B-8DDC-4E36-A542-4F270F09FB01}" dt="2025-10-15T17:25:52.183" v="88" actId="20577"/>
        <pc:sldMkLst>
          <pc:docMk/>
          <pc:sldMk cId="1004069784" sldId="257"/>
        </pc:sldMkLst>
        <pc:spChg chg="mod">
          <ac:chgData name="Tejas Onumu (INFOSYS LIMITED)" userId="10b2bb58-f72e-4c70-a6af-280fdc7ea77b" providerId="ADAL" clId="{02E3266B-8DDC-4E36-A542-4F270F09FB01}" dt="2025-10-15T17:25:52.183" v="88" actId="20577"/>
          <ac:spMkLst>
            <pc:docMk/>
            <pc:sldMk cId="1004069784" sldId="257"/>
            <ac:spMk id="3" creationId="{48FAB25A-A39E-C02D-2F0E-A651D2791913}"/>
          </ac:spMkLst>
        </pc:spChg>
      </pc:sldChg>
      <pc:sldChg chg="modSp mod">
        <pc:chgData name="Tejas Onumu (INFOSYS LIMITED)" userId="10b2bb58-f72e-4c70-a6af-280fdc7ea77b" providerId="ADAL" clId="{02E3266B-8DDC-4E36-A542-4F270F09FB01}" dt="2025-10-15T19:02:02.414" v="111" actId="20577"/>
        <pc:sldMkLst>
          <pc:docMk/>
          <pc:sldMk cId="3370031838" sldId="263"/>
        </pc:sldMkLst>
        <pc:spChg chg="mod">
          <ac:chgData name="Tejas Onumu (INFOSYS LIMITED)" userId="10b2bb58-f72e-4c70-a6af-280fdc7ea77b" providerId="ADAL" clId="{02E3266B-8DDC-4E36-A542-4F270F09FB01}" dt="2025-10-15T19:02:02.414" v="111" actId="20577"/>
          <ac:spMkLst>
            <pc:docMk/>
            <pc:sldMk cId="3370031838" sldId="263"/>
            <ac:spMk id="3" creationId="{61D89BC5-8D0E-0BB4-EAE8-4EA1DEFE2078}"/>
          </ac:spMkLst>
        </pc:spChg>
      </pc:sldChg>
      <pc:sldChg chg="addSp delSp modSp new mod">
        <pc:chgData name="Tejas Onumu (INFOSYS LIMITED)" userId="10b2bb58-f72e-4c70-a6af-280fdc7ea77b" providerId="ADAL" clId="{02E3266B-8DDC-4E36-A542-4F270F09FB01}" dt="2025-10-15T16:49:51.673" v="35" actId="14100"/>
        <pc:sldMkLst>
          <pc:docMk/>
          <pc:sldMk cId="1153890231" sldId="265"/>
        </pc:sldMkLst>
        <pc:spChg chg="add del">
          <ac:chgData name="Tejas Onumu (INFOSYS LIMITED)" userId="10b2bb58-f72e-4c70-a6af-280fdc7ea77b" providerId="ADAL" clId="{02E3266B-8DDC-4E36-A542-4F270F09FB01}" dt="2025-10-15T16:42:36.969" v="11" actId="22"/>
          <ac:spMkLst>
            <pc:docMk/>
            <pc:sldMk cId="1153890231" sldId="265"/>
            <ac:spMk id="3" creationId="{D2FB984E-3DCB-CBE5-75F7-1A4003D1563F}"/>
          </ac:spMkLst>
        </pc:spChg>
        <pc:picChg chg="add del mod ord">
          <ac:chgData name="Tejas Onumu (INFOSYS LIMITED)" userId="10b2bb58-f72e-4c70-a6af-280fdc7ea77b" providerId="ADAL" clId="{02E3266B-8DDC-4E36-A542-4F270F09FB01}" dt="2025-10-15T16:42:34.600" v="10" actId="22"/>
          <ac:picMkLst>
            <pc:docMk/>
            <pc:sldMk cId="1153890231" sldId="265"/>
            <ac:picMk id="5" creationId="{23A9899D-C203-50EF-F201-3E0522EFE347}"/>
          </ac:picMkLst>
        </pc:picChg>
        <pc:picChg chg="add mod ord">
          <ac:chgData name="Tejas Onumu (INFOSYS LIMITED)" userId="10b2bb58-f72e-4c70-a6af-280fdc7ea77b" providerId="ADAL" clId="{02E3266B-8DDC-4E36-A542-4F270F09FB01}" dt="2025-10-15T16:47:07.250" v="27" actId="1076"/>
          <ac:picMkLst>
            <pc:docMk/>
            <pc:sldMk cId="1153890231" sldId="265"/>
            <ac:picMk id="7" creationId="{FFC4D5A5-5C5E-0290-8DF1-16E6B11B0211}"/>
          </ac:picMkLst>
        </pc:picChg>
        <pc:picChg chg="add del mod">
          <ac:chgData name="Tejas Onumu (INFOSYS LIMITED)" userId="10b2bb58-f72e-4c70-a6af-280fdc7ea77b" providerId="ADAL" clId="{02E3266B-8DDC-4E36-A542-4F270F09FB01}" dt="2025-10-15T16:47:22.424" v="31" actId="21"/>
          <ac:picMkLst>
            <pc:docMk/>
            <pc:sldMk cId="1153890231" sldId="265"/>
            <ac:picMk id="9" creationId="{483FB610-AF32-7373-C849-DD52C34132BD}"/>
          </ac:picMkLst>
        </pc:picChg>
        <pc:picChg chg="add mod">
          <ac:chgData name="Tejas Onumu (INFOSYS LIMITED)" userId="10b2bb58-f72e-4c70-a6af-280fdc7ea77b" providerId="ADAL" clId="{02E3266B-8DDC-4E36-A542-4F270F09FB01}" dt="2025-10-15T16:49:51.673" v="35" actId="14100"/>
          <ac:picMkLst>
            <pc:docMk/>
            <pc:sldMk cId="1153890231" sldId="265"/>
            <ac:picMk id="1026" creationId="{EC8C8F3F-F8B5-56C5-1BC5-D464B7392B38}"/>
          </ac:picMkLst>
        </pc:pic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A9A80D3-2272-ED0F-EBF4-34428557569F}"/>
              </a:ext>
            </a:extLst>
          </p:cNvPr>
          <p:cNvSpPr/>
          <p:nvPr/>
        </p:nvSpPr>
        <p:spPr>
          <a:xfrm>
            <a:off x="-1" y="0"/>
            <a:ext cx="12192001"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1F71E75-F7A2-7C1F-EF86-C5186E904883}"/>
              </a:ext>
            </a:extLst>
          </p:cNvPr>
          <p:cNvSpPr/>
          <p:nvPr/>
        </p:nvSpPr>
        <p:spPr>
          <a:xfrm>
            <a:off x="-4262" y="0"/>
            <a:ext cx="7547339" cy="6858002"/>
          </a:xfrm>
          <a:prstGeom prst="rect">
            <a:avLst/>
          </a:prstGeom>
          <a:gradFill>
            <a:gsLst>
              <a:gs pos="6000">
                <a:schemeClr val="accent5"/>
              </a:gs>
              <a:gs pos="100000">
                <a:schemeClr val="accent2"/>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AB4E0A7-C9D3-8408-2EE0-E46AF38E815F}"/>
              </a:ext>
            </a:extLst>
          </p:cNvPr>
          <p:cNvSpPr/>
          <p:nvPr/>
        </p:nvSpPr>
        <p:spPr>
          <a:xfrm rot="10800000">
            <a:off x="-4285" y="-3"/>
            <a:ext cx="7547361" cy="6857999"/>
          </a:xfrm>
          <a:prstGeom prst="rect">
            <a:avLst/>
          </a:prstGeom>
          <a:gradFill>
            <a:gsLst>
              <a:gs pos="43000">
                <a:schemeClr val="accent2">
                  <a:alpha val="0"/>
                </a:schemeClr>
              </a:gs>
              <a:gs pos="100000">
                <a:schemeClr val="accent2">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373CB42-010B-9ABE-75EF-F502B4A9F42C}"/>
              </a:ext>
            </a:extLst>
          </p:cNvPr>
          <p:cNvSpPr/>
          <p:nvPr/>
        </p:nvSpPr>
        <p:spPr>
          <a:xfrm rot="16200000">
            <a:off x="1156173" y="-1160457"/>
            <a:ext cx="5226425" cy="7547338"/>
          </a:xfrm>
          <a:prstGeom prst="rect">
            <a:avLst/>
          </a:prstGeom>
          <a:gradFill>
            <a:gsLst>
              <a:gs pos="50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solidFill>
                  <a:schemeClr val="bg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solidFill>
                  <a:schemeClr val="bg1"/>
                </a:solidFill>
              </a:defRPr>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lvl1pPr>
              <a:defRPr>
                <a:solidFill>
                  <a:schemeClr val="bg1"/>
                </a:solidFill>
              </a:defRPr>
            </a:lvl1pPr>
          </a:lstStyle>
          <a:p>
            <a:fld id="{D29CF56E-D922-4450-9794-8B0E1451F6EB}" type="datetime1">
              <a:rPr lang="en-US" smtClean="0"/>
              <a:t>10/15/2025</a:t>
            </a:fld>
            <a:endParaRPr lang="en-US" dirty="0"/>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lvl1pPr>
              <a:defRPr>
                <a:solidFill>
                  <a:schemeClr val="bg1"/>
                </a:solidFill>
              </a:defRPr>
            </a:lvl1pPr>
          </a:lstStyle>
          <a:p>
            <a:fld id="{CC057153-B650-4DEB-B370-79DDCFDCE934}" type="slidenum">
              <a:rPr lang="en-US" smtClean="0"/>
              <a:pPr/>
              <a:t>‹#›</a:t>
            </a:fld>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4296" cy="6858000"/>
          </a:xfrm>
          <a:blipFill dpi="0" rotWithShape="1">
            <a:blip r:embed="rId2">
              <a:alphaModFix amt="70000"/>
            </a:blip>
            <a:srcRect/>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06990242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95528"/>
          </a:xfrm>
        </p:spPr>
        <p:txBody>
          <a:bodyPr/>
          <a:lstStyle>
            <a:lvl1pPr>
              <a:defRPr>
                <a:gradFill>
                  <a:gsLst>
                    <a:gs pos="0">
                      <a:schemeClr val="accent5"/>
                    </a:gs>
                    <a:gs pos="100000">
                      <a:schemeClr val="accent2"/>
                    </a:gs>
                  </a:gsLst>
                  <a:lin ang="13800000" scaled="0"/>
                </a:gra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pPr algn="l"/>
            <a:r>
              <a:rPr lang="en-US"/>
              <a:t>Sample Footer Text</a:t>
            </a:r>
            <a:endParaRPr lang="en-US" dirty="0"/>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CBE1C96F-46D7-47BB-8945-9667BCB4F5BB}" type="datetime1">
              <a:rPr lang="en-US" smtClean="0"/>
              <a:t>10/15/2025</a:t>
            </a:fld>
            <a:endParaRPr lang="en-US" dirty="0"/>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03790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dirty="0"/>
              <a:t>.</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A6379DD5-AE65-4D02-9BCE-257CC17A63B7}" type="datetime1">
              <a:rPr lang="en-US" smtClean="0"/>
              <a:t>10/15/2025</a:t>
            </a:fld>
            <a:endParaRPr lang="en-US" dirty="0"/>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8348719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pPr algn="l"/>
            <a:r>
              <a:rPr lang="en-US" dirty="0"/>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9DFFF819-4E26-4576-8A6D-DA055CFF682A}" type="datetime1">
              <a:rPr lang="en-US" smtClean="0"/>
              <a:t>10/15/2025</a:t>
            </a:fld>
            <a:endParaRPr lang="en-US" dirty="0"/>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CC057153-B650-4DEB-B370-79DDCFDCE934}" type="slidenum">
              <a:rPr lang="en-US" smtClean="0"/>
              <a:pPr/>
              <a:t>‹#›</a:t>
            </a:fld>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4296" cy="6858000"/>
          </a:xfrm>
          <a:blipFill>
            <a:blip r:embed="rId2">
              <a:alphaModFix amt="7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354880919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4">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dirty="0"/>
              <a:t>.</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2602ACF4-9E47-4D03-8EA6-1CE7E20F9165}" type="datetime1">
              <a:rPr lang="en-US" smtClean="0"/>
              <a:t>10/15/2025</a:t>
            </a:fld>
            <a:endParaRPr lang="en-US" dirty="0"/>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668375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1">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0FABB9A-1B5B-9306-B7B9-58E4E5E4EE0D}"/>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F155489-796B-CDF9-06C2-583941E589F7}"/>
              </a:ext>
            </a:extLst>
          </p:cNvPr>
          <p:cNvGrpSpPr/>
          <p:nvPr/>
        </p:nvGrpSpPr>
        <p:grpSpPr>
          <a:xfrm>
            <a:off x="0" y="0"/>
            <a:ext cx="12192000" cy="6867144"/>
            <a:chOff x="0" y="-7622"/>
            <a:chExt cx="12192000" cy="6894986"/>
          </a:xfrm>
        </p:grpSpPr>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0" y="-7621"/>
              <a:ext cx="12192000" cy="6887364"/>
            </a:xfrm>
            <a:prstGeom prst="rect">
              <a:avLst/>
            </a:prstGeom>
            <a:gradFill>
              <a:gsLst>
                <a:gs pos="8000">
                  <a:schemeClr val="accent5"/>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399" y="0"/>
              <a:ext cx="8216919" cy="6887364"/>
            </a:xfrm>
            <a:prstGeom prst="rect">
              <a:avLst/>
            </a:prstGeom>
            <a:gradFill flip="none" rotWithShape="1">
              <a:gsLst>
                <a:gs pos="0">
                  <a:schemeClr val="accent5">
                    <a:lumMod val="75000"/>
                    <a:alpha val="79000"/>
                  </a:schemeClr>
                </a:gs>
                <a:gs pos="40000">
                  <a:schemeClr val="accent5">
                    <a:lumMod val="60000"/>
                    <a:lumOff val="40000"/>
                    <a:alpha val="0"/>
                  </a:schemeClr>
                </a:gs>
              </a:gsLst>
              <a:lin ang="19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6FE184C5-789F-C980-F425-AF26045C8F03}"/>
                </a:ext>
                <a:ext uri="{C183D7F6-B498-43B3-948B-1728B52AA6E4}">
                  <adec:decorative xmlns:adec="http://schemas.microsoft.com/office/drawing/2017/decorative" val="1"/>
                </a:ext>
              </a:extLst>
            </p:cNvPr>
            <p:cNvSpPr/>
            <p:nvPr/>
          </p:nvSpPr>
          <p:spPr>
            <a:xfrm>
              <a:off x="3739978" y="-7622"/>
              <a:ext cx="8451623" cy="6887367"/>
            </a:xfrm>
            <a:prstGeom prst="rect">
              <a:avLst/>
            </a:prstGeom>
            <a:gradFill>
              <a:gsLst>
                <a:gs pos="0">
                  <a:schemeClr val="accent5">
                    <a:lumMod val="75000"/>
                    <a:alpha val="67000"/>
                  </a:schemeClr>
                </a:gs>
                <a:gs pos="60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rot="10800000">
              <a:off x="9127281" y="7060"/>
              <a:ext cx="3064320" cy="6872683"/>
            </a:xfrm>
            <a:prstGeom prst="rect">
              <a:avLst/>
            </a:prstGeom>
            <a:gradFill flip="none" rotWithShape="1">
              <a:gsLst>
                <a:gs pos="0">
                  <a:schemeClr val="accent2">
                    <a:alpha val="88000"/>
                  </a:schemeClr>
                </a:gs>
                <a:gs pos="56000">
                  <a:schemeClr val="accent2">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86584" y="1371600"/>
            <a:ext cx="7498080" cy="2386584"/>
          </a:xfrm>
        </p:spPr>
        <p:txBody>
          <a:bodyPr anchor="b" anchorCtr="0">
            <a:normAutofit/>
          </a:bodyPr>
          <a:lstStyle>
            <a:lvl1pPr algn="ctr">
              <a:defRPr sz="4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86584" y="3877056"/>
            <a:ext cx="7498080" cy="1655064"/>
          </a:xfrm>
        </p:spPr>
        <p:txBody>
          <a:bodyPr anchor="t">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p:txBody>
          <a:bodyPr/>
          <a:lstStyle>
            <a:lvl1pPr>
              <a:defRPr>
                <a:solidFill>
                  <a:schemeClr val="bg1"/>
                </a:solidFill>
              </a:defRPr>
            </a:lvl1pPr>
          </a:lstStyle>
          <a:p>
            <a:fld id="{3A82B809-8BB3-463C-8B5E-28962B4654D8}" type="datetime1">
              <a:rPr lang="en-US" smtClean="0"/>
              <a:t>10/15/2025</a:t>
            </a:fld>
            <a:endParaRPr lang="en-US" dirty="0"/>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25011271"/>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2DB8F537-5E0E-4697-8198-FDF0E53F372F}" type="datetime1">
              <a:rPr lang="en-US" smtClean="0"/>
              <a:t>10/15/2025</a:t>
            </a:fld>
            <a:endParaRPr lang="en-US" dirty="0"/>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29669649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6999" y="-2667000"/>
            <a:ext cx="6857999"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bg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bg1"/>
                </a:solidFill>
              </a:defRPr>
            </a:lvl1pPr>
          </a:lstStyle>
          <a:p>
            <a:pPr lvl="0"/>
            <a:r>
              <a:rPr lang="en-US" dirty="0"/>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bg1"/>
                </a:solidFill>
              </a:defRPr>
            </a:lvl1pPr>
          </a:lstStyle>
          <a:p>
            <a:fld id="{1D4E7D34-A495-4E23-B1D1-F5D651D22AFE}" type="datetime1">
              <a:rPr lang="en-US" smtClean="0"/>
              <a:t>10/15/2025</a:t>
            </a:fld>
            <a:endParaRPr lang="en-US" dirty="0"/>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339164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7" y="2093976"/>
            <a:ext cx="7271895"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dirty="0"/>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pPr algn="l"/>
            <a:r>
              <a:rPr lang="en-US" dirty="0"/>
              <a:t>Sample Footer Text</a:t>
            </a:r>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85976A96-D1F6-4A74-B023-FDE16753EDD7}" type="datetime1">
              <a:rPr lang="en-US" smtClean="0"/>
              <a:t>10/15/2025</a:t>
            </a:fld>
            <a:endParaRPr lang="en-US" dirty="0"/>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31880935"/>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62822" y="-2671180"/>
            <a:ext cx="6866356"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5"/>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6528816" cy="4178808"/>
          </a:xfrm>
        </p:spPr>
        <p:txBody>
          <a:bodyPr vert="horz" lIns="91440" tIns="45720" rIns="91440" bIns="45720" rtlCol="0" anchor="b">
            <a:normAutofit/>
          </a:bodyPr>
          <a:lstStyle>
            <a:lvl1pPr>
              <a:defRPr lang="en-US" sz="6600" dirty="0">
                <a:solidFill>
                  <a:schemeClr val="bg1"/>
                </a:solidFill>
              </a:defRPr>
            </a:lvl1pPr>
          </a:lstStyle>
          <a:p>
            <a:pPr lvl="0"/>
            <a:r>
              <a:rPr lang="en-US" dirty="0"/>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bg1"/>
                </a:solidFill>
              </a:defRPr>
            </a:lvl1pPr>
          </a:lstStyle>
          <a:p>
            <a:fld id="{9C5C1F80-0989-4135-BEC0-53996BCA1D73}" type="datetime1">
              <a:rPr lang="en-US" smtClean="0"/>
              <a:t>10/15/2025</a:t>
            </a:fld>
            <a:endParaRPr lang="en-US" dirty="0"/>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479468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dirty="0"/>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pPr algn="l"/>
            <a:r>
              <a:rPr lang="en-US" dirty="0"/>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2B346B3B-D23C-46FC-82B4-EC936862EBB6}" type="datetime1">
              <a:rPr lang="en-US" smtClean="0"/>
              <a:t>10/15/2025</a:t>
            </a:fld>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6324912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hoto">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dirty="0"/>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dirty="0"/>
              <a: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pPr algn="l"/>
            <a:r>
              <a:rPr lang="en-US" dirty="0"/>
              <a:t>Sample Footer Text</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11039C6F-01AE-405F-93D2-431591D79461}" type="datetime1">
              <a:rPr lang="en-US" smtClean="0"/>
              <a:t>10/15/2025</a:t>
            </a:fld>
            <a:endParaRPr lang="en-US" dirty="0"/>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5646561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pPr algn="l"/>
            <a:r>
              <a:rPr lang="en-US" dirty="0"/>
              <a:t>Sample Footer Text</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6AE82713-2685-4CB9-BD26-DD329F3C67A6}" type="datetime1">
              <a:rPr lang="en-US" smtClean="0"/>
              <a:t>10/15/2025</a:t>
            </a:fld>
            <a:endParaRPr lang="en-US" dirty="0"/>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58559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957926B3-CA5D-44FB-BC2D-6B05FBB97B04}" type="datetime1">
              <a:rPr lang="en-US" smtClean="0"/>
              <a:t>10/15/2025</a:t>
            </a:fld>
            <a:endParaRPr lang="en-US" dirty="0"/>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857846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pPr algn="l"/>
            <a:r>
              <a:rPr lang="en-US" dirty="0"/>
              <a:t>Sample Footer Text</a:t>
            </a:r>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7E009212-C305-41EC-8687-C39B36C09AF0}" type="datetime1">
              <a:rPr lang="en-US" smtClean="0"/>
              <a:t>10/15/2025</a:t>
            </a:fld>
            <a:endParaRPr lang="en-US" dirty="0"/>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482324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7CD886C8-FB0E-44DB-9413-26C9933623BA}" type="datetime1">
              <a:rPr lang="en-US" smtClean="0"/>
              <a:t>10/15/2025</a:t>
            </a:fld>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72632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dirty="0"/>
              <a:t>Sample Footer Text</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78A6864-E7E2-494F-A90A-ECC53613C6EC}" type="datetime1">
              <a:rPr lang="en-US" smtClean="0"/>
              <a:t>10/15/2025</a:t>
            </a:fld>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382924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2F4ED686-7864-484B-8047-F06E855FD995}" type="datetime1">
              <a:rPr lang="en-US" smtClean="0"/>
              <a:t>10/15/2025</a:t>
            </a:fld>
            <a:endParaRPr lang="en-US" dirty="0"/>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2139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pPr algn="l"/>
            <a:r>
              <a:rPr lang="en-US" dirty="0"/>
              <a:t>Sample Footer Text</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B8F8C76-8E31-4D47-BC79-85F35E81929B}" type="datetime1">
              <a:rPr lang="en-US" smtClean="0"/>
              <a:t>10/15/2025</a:t>
            </a:fld>
            <a:endParaRPr lang="en-US" dirty="0"/>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190755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dirty="0"/>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r>
              <a:rPr lang="en-US"/>
              <a:t>Sample Footer Text</a:t>
            </a:r>
            <a:endParaRPr lang="en-US" dirty="0"/>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85640267-1344-46BE-B105-162E68855468}" type="datetime1">
              <a:rPr lang="en-US" smtClean="0"/>
              <a:t>10/15/2025</a:t>
            </a:fld>
            <a:endParaRPr lang="en-US" dirty="0"/>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23608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dirty="0"/>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1C45E567-307A-4358-87B7-AFD16C4C07D5}" type="datetime1">
              <a:rPr lang="en-US" smtClean="0"/>
              <a:t>10/15/2025</a:t>
            </a:fld>
            <a:endParaRPr lang="en-US" dirty="0"/>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430299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E016730A-3443-4D7F-BC47-3A3CDB3837FC}" type="datetime1">
              <a:rPr lang="en-US" smtClean="0"/>
              <a:t>10/15/2025</a:t>
            </a:fld>
            <a:endParaRPr lang="en-US" dirty="0"/>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CC057153-B650-4DEB-B370-79DDCFDCE934}" type="slidenum">
              <a:rPr lang="en-US" smtClean="0"/>
              <a:pPr/>
              <a:t>‹#›</a:t>
            </a:fld>
            <a:endParaRPr lang="en-US" dirty="0"/>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a:blip r:embed="rId2">
              <a:alphaModFix amt="60000"/>
            </a:blip>
            <a:stretch>
              <a:fillRect/>
            </a:stretch>
          </a:blipFill>
        </p:spPr>
        <p:txBody>
          <a:bodyPr/>
          <a:lstStyle>
            <a:lvl1pPr marL="0" indent="0">
              <a:buNone/>
              <a:defRPr/>
            </a:lvl1pPr>
          </a:lstStyle>
          <a:p>
            <a:r>
              <a:rPr lang="en-US" dirty="0"/>
              <a:t>.</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81199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a:blip r:embed="rId2">
              <a:alphaModFix amt="60000"/>
            </a:blip>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r>
              <a:rPr lang="en-US" dirty="0"/>
              <a:t>Sample Footer Text</a:t>
            </a:r>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D9193AC5-F257-4C01-8A7B-A4CD87F22F04}" type="datetime1">
              <a:rPr lang="en-US" smtClean="0"/>
              <a:t>10/15/2025</a:t>
            </a:fld>
            <a:endParaRPr lang="en-US" dirty="0"/>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596111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A64EBB10-E93E-4729-97C4-FAB8DF4548E2}" type="datetime1">
              <a:rPr lang="en-US" smtClean="0"/>
              <a:t>10/15/2025</a:t>
            </a:fld>
            <a:endParaRPr lang="en-US" dirty="0"/>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CC057153-B650-4DEB-B370-79DDCFDCE934}" type="slidenum">
              <a:rPr lang="en-US" smtClean="0"/>
              <a:pPr/>
              <a:t>‹#›</a:t>
            </a:fld>
            <a:endParaRPr lang="en-US" dirty="0"/>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9856691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r>
              <a:rPr lang="en-US" dirty="0"/>
              <a:t>Sample Footer Text</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7040DD2C-7FC6-41A9-87A2-29E4EDD4A815}" type="datetime1">
              <a:rPr lang="en-US" smtClean="0"/>
              <a:t>10/15/2025</a:t>
            </a:fld>
            <a:endParaRPr lang="en-US" dirty="0"/>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CC057153-B650-4DEB-B370-79DDCFDCE934}" type="slidenum">
              <a:rPr lang="en-US" smtClean="0"/>
              <a:pPr/>
              <a:t>‹#›</a:t>
            </a:fld>
            <a:endParaRPr lang="en-US" dirty="0"/>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a:blip r:embed="rId2">
              <a:alphaModFix amt="60000"/>
            </a:blip>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667554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dirty="0"/>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r>
              <a:rPr lang="en-US" dirty="0"/>
              <a:t>Sample Footer Text</a:t>
            </a:r>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C8E3A8ED-7C53-48B7-8E07-F767A8357B67}" type="datetime1">
              <a:rPr lang="en-US" smtClean="0"/>
              <a:t>10/15/2025</a:t>
            </a:fld>
            <a:endParaRPr lang="en-US" dirty="0"/>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661549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dirty="0"/>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r>
              <a:rPr lang="en-US" dirty="0"/>
              <a:t>Sample Footer Text</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81AC3B39-0D1D-4C0E-BE8E-C570B18D6B3B}" type="datetime1">
              <a:rPr lang="en-US" smtClean="0"/>
              <a:t>10/15/2025</a:t>
            </a:fld>
            <a:endParaRPr lang="en-US" dirty="0"/>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961670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0780F3AB-C899-4854-A4A4-B2E20F203358}" type="datetime1">
              <a:rPr lang="en-US" smtClean="0"/>
              <a:t>10/15/2025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CC057153-B650-4DEB-B370-79DDCFDCE934}"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a:blip r:embed="rId2">
              <a:alphaModFix amt="60000"/>
            </a:blip>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59368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60000"/>
            </a:blip>
            <a:srcRect/>
            <a:stretch>
              <a:fillRect/>
            </a:stretch>
          </a:blipFill>
        </p:spPr>
        <p:txBody>
          <a:bodyPr/>
          <a:lstStyle>
            <a:lvl1pPr marL="0" indent="0">
              <a:buNone/>
              <a:defRPr/>
            </a:lvl1pPr>
          </a:lstStyle>
          <a:p>
            <a:r>
              <a:rPr lang="en-US" dirty="0"/>
              <a:t>.</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r>
              <a:rPr lang="en-US" dirty="0"/>
              <a:t>Sample Footer Text</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1095A040-388D-41D5-A09F-3EC1A1D097A8}" type="datetime1">
              <a:rPr lang="en-US" smtClean="0"/>
              <a:t>10/15/2025</a:t>
            </a:fld>
            <a:endParaRPr lang="en-US" dirty="0"/>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0565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anchor="t">
            <a:normAutofit/>
          </a:bodyPr>
          <a:lstStyle>
            <a:lvl1pPr>
              <a:defRPr sz="3200"/>
            </a:lvl1pPr>
          </a:lstStyle>
          <a:p>
            <a:r>
              <a:rPr lang="en-US" dirty="0"/>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60000"/>
            </a:blip>
            <a:srcRect/>
            <a:stretch>
              <a:fillRect/>
            </a:stretch>
          </a:blipFill>
        </p:spPr>
        <p:txBody>
          <a:bodyPr/>
          <a:lstStyle>
            <a:lvl1pPr marL="0" indent="0">
              <a:buNone/>
              <a:defRPr/>
            </a:lvl1pPr>
          </a:lstStyle>
          <a:p>
            <a:r>
              <a:rPr lang="en-US" dirty="0"/>
              <a:t>.</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ECB542C-378A-4AAF-83EE-A3767FF83605}" type="datetime1">
              <a:rPr lang="en-US" smtClean="0"/>
              <a:t>10/15/2025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937904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anchor="t">
            <a:normAutofit/>
          </a:bodyPr>
          <a:lstStyle>
            <a:lvl1pPr>
              <a:defRPr sz="3200"/>
            </a:lvl1pPr>
          </a:lstStyle>
          <a:p>
            <a:r>
              <a:rPr lang="en-US" dirty="0"/>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r>
              <a:rPr lang="en-US"/>
              <a:t>Sample Footer Text</a:t>
            </a:r>
            <a:endParaRPr lang="en-US" dirty="0"/>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16C6F251-EB74-4ADA-AD63-D85EC3A9D616}" type="datetime1">
              <a:rPr lang="en-US" smtClean="0"/>
              <a:t>10/15/2025</a:t>
            </a:fld>
            <a:endParaRPr lang="en-US" dirty="0"/>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86425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dirty="0"/>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7015248" cy="4489704"/>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8252735" y="1801367"/>
            <a:ext cx="3314425" cy="4489704"/>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7305F46D-792E-48B7-9047-8A1672515077}" type="datetime1">
              <a:rPr lang="en-US" smtClean="0"/>
              <a:t>10/15/2025</a:t>
            </a:fld>
            <a:endParaRPr lang="en-US" dirty="0"/>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488017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r>
              <a:rPr lang="en-US"/>
              <a:t>Sample Footer Text</a:t>
            </a:r>
            <a:endParaRPr lang="en-US" dirty="0"/>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8B53D3FE-D727-4B50-874D-41D5E635B20A}" type="datetime1">
              <a:rPr lang="en-US" smtClean="0"/>
              <a:t>10/15/2025</a:t>
            </a:fld>
            <a:endParaRPr lang="en-US" dirty="0"/>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3780652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dirty="0"/>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FE942071-3A2D-4B86-82F9-428DB212BAF8}" type="datetime1">
              <a:rPr lang="en-US" smtClean="0"/>
              <a:t>10/15/2025</a:t>
            </a:fld>
            <a:endParaRPr lang="en-US" dirty="0"/>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4053110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Big Numb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bg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bg1"/>
                </a:solidFill>
              </a:defRPr>
            </a:lvl1pPr>
          </a:lstStyle>
          <a:p>
            <a:pPr lvl="0"/>
            <a:r>
              <a:rPr lang="en-US" dirty="0"/>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bg1"/>
                </a:solidFill>
              </a:defRPr>
            </a:lvl1pPr>
          </a:lstStyle>
          <a:p>
            <a:fld id="{040D1012-6B36-4753-8153-E5F982239567}" type="datetime1">
              <a:rPr lang="en-US" smtClean="0"/>
              <a:t>10/15/2025</a:t>
            </a:fld>
            <a:endParaRPr lang="en-US" dirty="0"/>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02442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dirty="0"/>
              <a:t>##%</a:t>
            </a:r>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02E2BBBB-FE25-456C-89E4-A0303F0273E5}" type="datetime1">
              <a:rPr lang="en-US" smtClean="0"/>
              <a:t>10/15/2025</a:t>
            </a:fld>
            <a:endParaRPr lang="en-US" dirty="0"/>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r>
              <a:rPr lang="en-US"/>
              <a:t>Sample Footer Text</a:t>
            </a:r>
            <a:endParaRPr lang="en-US" dirty="0"/>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689173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Big Numb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dirty="0"/>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dirty="0"/>
              <a:t>##%</a:t>
            </a:r>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1315EE4B-219D-4799-AB8D-57B100451C5D}" type="datetime1">
              <a:rPr lang="en-US" smtClean="0"/>
              <a:t>10/15/2025</a:t>
            </a:fld>
            <a:endParaRPr lang="en-US" dirty="0"/>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r>
              <a:rPr lang="en-US"/>
              <a:t>Sample Footer Text</a:t>
            </a:r>
            <a:endParaRPr lang="en-US" dirty="0"/>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256371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endParaRPr lang="en-US" dirty="0"/>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6499AFF4-C109-45E7-87CB-3A41EC6C3342}" type="datetime1">
              <a:rPr lang="en-US" smtClean="0"/>
              <a:t>10/15/2025</a:t>
            </a:fld>
            <a:endParaRPr lang="en-US" dirty="0"/>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6815846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bg1"/>
                </a:solidFill>
              </a:defRPr>
            </a:lvl1pPr>
            <a:lvl2pPr marL="228600" indent="0">
              <a:lnSpc>
                <a:spcPct val="100000"/>
              </a:lnSpc>
              <a:buNone/>
              <a:defRPr sz="5600" b="1">
                <a:solidFill>
                  <a:schemeClr val="bg1"/>
                </a:solidFill>
              </a:defRPr>
            </a:lvl2pPr>
            <a:lvl3pPr marL="457200" indent="0">
              <a:lnSpc>
                <a:spcPct val="100000"/>
              </a:lnSpc>
              <a:buNone/>
              <a:defRPr sz="5600" b="1">
                <a:solidFill>
                  <a:schemeClr val="bg1"/>
                </a:solidFill>
              </a:defRPr>
            </a:lvl3pPr>
            <a:lvl4pPr marL="685800" indent="0">
              <a:lnSpc>
                <a:spcPct val="100000"/>
              </a:lnSpc>
              <a:buNone/>
              <a:defRPr sz="5600" b="1">
                <a:solidFill>
                  <a:schemeClr val="bg1"/>
                </a:solidFill>
              </a:defRPr>
            </a:lvl4pPr>
            <a:lvl5pPr marL="914400" indent="0">
              <a:lnSpc>
                <a:spcPct val="100000"/>
              </a:lnSpc>
              <a:buNone/>
              <a:defRPr sz="5600" b="1">
                <a:solidFill>
                  <a:schemeClr val="bg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bg1"/>
                </a:solidFill>
              </a:defRPr>
            </a:lvl1pPr>
          </a:lstStyle>
          <a:p>
            <a:r>
              <a:rPr lang="en-US"/>
              <a:t>Sample Footer Text</a:t>
            </a:r>
            <a:endParaRPr lang="en-US" dirty="0"/>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bg1"/>
                </a:solidFill>
              </a:defRPr>
            </a:lvl1pPr>
          </a:lstStyle>
          <a:p>
            <a:fld id="{50AFEFF9-BDF1-4CFA-B535-0413D62BE29A}" type="datetime1">
              <a:rPr lang="en-US" smtClean="0"/>
              <a:t>10/15/2025</a:t>
            </a:fld>
            <a:endParaRPr lang="en-US" dirty="0"/>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4713971"/>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r>
              <a:rPr lang="en-US" dirty="0"/>
              <a:t>Sample Footer Text</a:t>
            </a:r>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6E761A50-B070-4EAD-9EB9-92E4929324E7}" type="datetime1">
              <a:rPr lang="en-US" smtClean="0"/>
              <a:t>10/15/2025</a:t>
            </a:fld>
            <a:endParaRPr lang="en-US" dirty="0"/>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972828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9A1CBA35-F376-4C5F-B8C5-4C103617FD91}" type="datetime1">
              <a:rPr lang="en-US" smtClean="0"/>
              <a:t>10/15/2025</a:t>
            </a:fld>
            <a:endParaRPr lang="en-US" dirty="0"/>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43246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bg1"/>
                </a:soli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bg1"/>
                </a:solidFill>
                <a:latin typeface="+mn-lt"/>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BA89D600-DCDC-4EC3-BDD3-052C2836DAF2}" type="datetime1">
              <a:rPr lang="en-US" smtClean="0"/>
              <a:t>10/15/2025</a:t>
            </a:fld>
            <a:endParaRPr lang="en-US" dirty="0"/>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01954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DB2DB3-0A08-4E5B-8BB6-A488CF1C042F}" type="datetime1">
              <a:rPr lang="en-US" smtClean="0"/>
              <a:t>10/15/2025</a:t>
            </a:fld>
            <a:endParaRPr lang="en-US" dirty="0"/>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667428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dirty="0"/>
              <a:t>Click to edit Master title style</a:t>
            </a:r>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612648" y="2133600"/>
            <a:ext cx="5166360" cy="41849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400800" y="2128115"/>
            <a:ext cx="5166360" cy="41903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pPr algn="l"/>
            <a:r>
              <a:rPr lang="en-US"/>
              <a:t>Sample Footer Text</a:t>
            </a:r>
            <a:endParaRPr lang="en-US" dirty="0"/>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A329DD1-6F17-4170-B2B1-1A76C32D62A1}" type="datetime1">
              <a:rPr lang="en-US" smtClean="0"/>
              <a:t>10/15/2025</a:t>
            </a:fld>
            <a:endParaRPr lang="en-US" dirty="0"/>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522350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28111"/>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612648" y="2722893"/>
            <a:ext cx="5166360" cy="35956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2810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400038" y="2722893"/>
            <a:ext cx="5166360" cy="359561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pPr algn="l"/>
            <a:r>
              <a:rPr lang="en-US"/>
              <a:t>Sample Footer Text</a:t>
            </a:r>
            <a:endParaRPr lang="en-US" dirty="0"/>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BA7E6053-DA33-4DC9-86BB-0E52E5EB5B56}" type="datetime1">
              <a:rPr lang="en-US" smtClean="0"/>
              <a:t>10/15/2025</a:t>
            </a:fld>
            <a:endParaRPr lang="en-US" dirty="0"/>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33178453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C72CE4D-D83F-44D4-ACB0-A88A6B9DB4F7}" type="datetime1">
              <a:rPr lang="en-US" smtClean="0"/>
              <a:t>10/15/2025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405568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62F981-1EE1-49F5-B605-4EA23F0307AC}" type="datetime1">
              <a:rPr lang="en-US" smtClean="0"/>
              <a:t>10/15/2025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8346366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0B6493B-A447-4205-AC2D-AE2DEDAE4E3B}" type="datetime1">
              <a:rPr lang="en-US" smtClean="0"/>
              <a:t>10/15/2025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62013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anchor="t">
            <a:normAutofit/>
          </a:bodyPr>
          <a:lstStyle>
            <a:lvl1pPr>
              <a:defRPr sz="32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r>
              <a:rPr lang="en-US"/>
              <a:t>Sample Footer Text</a:t>
            </a:r>
            <a:endParaRPr lang="en-US" dirty="0"/>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a:blip r:embed="rId2">
              <a:alphaModFix amt="60000"/>
            </a:blip>
            <a:stretch>
              <a:fillRect/>
            </a:stretch>
          </a:blipFill>
        </p:spPr>
        <p:txBody>
          <a:bodyPr/>
          <a:lstStyle>
            <a:lvl1pPr marL="0" indent="0">
              <a:buNone/>
              <a:defRPr/>
            </a:lvl1pPr>
          </a:lstStyle>
          <a:p>
            <a:r>
              <a:rPr lang="en-US" dirty="0"/>
              <a:t>.</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1F9A354F-9C13-4261-9BA4-DD76051C2429}" type="datetime1">
              <a:rPr lang="en-US" smtClean="0"/>
              <a:t>10/15/2025</a:t>
            </a:fld>
            <a:endParaRPr lang="en-US" dirty="0"/>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74355351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D3A9CD26-23FE-488A-AF3B-5DDE99301C10}" type="datetime1">
              <a:rPr lang="en-US" smtClean="0"/>
              <a:t>10/15/2025</a:t>
            </a:fld>
            <a:endParaRPr lang="en-US" dirty="0"/>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37967039"/>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pPr algn="l"/>
            <a:r>
              <a:rPr lang="en-US" dirty="0"/>
              <a:t>Sample Footer Text</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CC67263D-2536-4E2E-A4D6-BA89E45F00B0}" type="datetime1">
              <a:rPr lang="en-US" smtClean="0"/>
              <a:t>10/15/2025</a:t>
            </a:fld>
            <a:endParaRPr lang="en-US" dirty="0"/>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7896161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FD1C4689-B28D-4D3C-8B05-9ABB967E2A3E}" type="datetime1">
              <a:rPr lang="en-US" smtClean="0"/>
              <a:t>10/15/2025</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033805510"/>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 id="2147483824" r:id="rId20"/>
    <p:sldLayoutId id="2147483825" r:id="rId21"/>
    <p:sldLayoutId id="2147483826" r:id="rId22"/>
    <p:sldLayoutId id="2147483827" r:id="rId23"/>
    <p:sldLayoutId id="2147483828" r:id="rId24"/>
    <p:sldLayoutId id="2147483829" r:id="rId25"/>
    <p:sldLayoutId id="2147483830" r:id="rId26"/>
    <p:sldLayoutId id="2147483831" r:id="rId27"/>
    <p:sldLayoutId id="2147483832" r:id="rId28"/>
    <p:sldLayoutId id="2147483833" r:id="rId29"/>
    <p:sldLayoutId id="2147483834" r:id="rId30"/>
    <p:sldLayoutId id="2147483835" r:id="rId31"/>
    <p:sldLayoutId id="2147483836" r:id="rId32"/>
    <p:sldLayoutId id="2147483837" r:id="rId33"/>
    <p:sldLayoutId id="2147483838" r:id="rId34"/>
    <p:sldLayoutId id="2147483839" r:id="rId35"/>
    <p:sldLayoutId id="2147483840" r:id="rId36"/>
    <p:sldLayoutId id="2147483841" r:id="rId37"/>
    <p:sldLayoutId id="2147483842" r:id="rId38"/>
    <p:sldLayoutId id="2147483843" r:id="rId39"/>
    <p:sldLayoutId id="2147483844" r:id="rId40"/>
    <p:sldLayoutId id="2147483845" r:id="rId41"/>
    <p:sldLayoutId id="2147483846" r:id="rId42"/>
    <p:sldLayoutId id="2147483847" r:id="rId43"/>
    <p:sldLayoutId id="2147483848" r:id="rId44"/>
    <p:sldLayoutId id="2147483849" r:id="rId45"/>
    <p:sldLayoutId id="2147483850" r:id="rId46"/>
    <p:sldLayoutId id="2147483851" r:id="rId47"/>
    <p:sldLayoutId id="2147483852" r:id="rId48"/>
    <p:sldLayoutId id="2147483853" r:id="rId49"/>
    <p:sldLayoutId id="2147483854" r:id="rId50"/>
    <p:sldLayoutId id="2147483855" r:id="rId51"/>
  </p:sldLayoutIdLst>
  <p:hf sldNum="0" hdr="0" ftr="0" dt="0"/>
  <p:txStyles>
    <p:titleStyle>
      <a:lvl1pPr algn="l" defTabSz="914400" rtl="0" eaLnBrk="1" latinLnBrk="0" hangingPunct="1">
        <a:lnSpc>
          <a:spcPct val="90000"/>
        </a:lnSpc>
        <a:spcBef>
          <a:spcPct val="0"/>
        </a:spcBef>
        <a:buNone/>
        <a:defRPr sz="32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hyperlink" Target="https://supportability.visualstudio.com/Windows365/_wiki/wikis/Windows365%20Support%20Wiki/1309646/Mount-VHD-on-Azure-VM-after-placing-Cloud-PC-under-review" TargetMode="External"/><Relationship Id="rId2" Type="http://schemas.openxmlformats.org/officeDocument/2006/relationships/hyperlink" Target="https://learn.microsoft.com/en-us/windows-server/storage/disk-management/manage-virtual-hard-disks" TargetMode="External"/><Relationship Id="rId1" Type="http://schemas.openxmlformats.org/officeDocument/2006/relationships/slideLayout" Target="../slideLayouts/slideLayout2.xml"/><Relationship Id="rId5" Type="http://schemas.openxmlformats.org/officeDocument/2006/relationships/hyperlink" Target="https://learn.microsoft.com/en-us/azure/storage/common/storage-account-create?tabs=azure-portal" TargetMode="External"/><Relationship Id="rId4" Type="http://schemas.openxmlformats.org/officeDocument/2006/relationships/hyperlink" Target="https://learn.microsoft.com/en-us/windows-365/enterprise/place-cloud-pc-under-review#set-up-your-azure-storage-accoun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96767-2D20-093E-3A8D-8816E93702CA}"/>
              </a:ext>
            </a:extLst>
          </p:cNvPr>
          <p:cNvSpPr>
            <a:spLocks noGrp="1"/>
          </p:cNvSpPr>
          <p:nvPr>
            <p:ph type="ctrTitle"/>
          </p:nvPr>
        </p:nvSpPr>
        <p:spPr>
          <a:xfrm>
            <a:off x="612648" y="2082800"/>
            <a:ext cx="5852160" cy="1373632"/>
          </a:xfrm>
        </p:spPr>
        <p:txBody>
          <a:bodyPr anchor="t">
            <a:normAutofit/>
          </a:bodyPr>
          <a:lstStyle/>
          <a:p>
            <a:r>
              <a:rPr lang="en-US" sz="5400" dirty="0">
                <a:solidFill>
                  <a:srgbClr val="FFFFFF"/>
                </a:solidFill>
                <a:effectLst/>
                <a:latin typeface="Aptos Light" panose="020B0004020202020204" pitchFamily="34" charset="0"/>
              </a:rPr>
              <a:t>ICM Process</a:t>
            </a:r>
            <a:endParaRPr lang="en-US" dirty="0"/>
          </a:p>
        </p:txBody>
      </p:sp>
      <p:pic>
        <p:nvPicPr>
          <p:cNvPr id="11" name="Picture Placeholder 10" descr="Stick figure families holding hands">
            <a:extLst>
              <a:ext uri="{FF2B5EF4-FFF2-40B4-BE49-F238E27FC236}">
                <a16:creationId xmlns:a16="http://schemas.microsoft.com/office/drawing/2014/main" id="{6C54E83A-2453-9CDF-6505-8B61F62AB86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7377" r="27377"/>
          <a:stretch>
            <a:fillRect/>
          </a:stretch>
        </p:blipFill>
        <p:spPr>
          <a:xfrm>
            <a:off x="7537704" y="0"/>
            <a:ext cx="4654296" cy="6858000"/>
          </a:xfrm>
        </p:spPr>
      </p:pic>
    </p:spTree>
    <p:extLst>
      <p:ext uri="{BB962C8B-B14F-4D97-AF65-F5344CB8AC3E}">
        <p14:creationId xmlns:p14="http://schemas.microsoft.com/office/powerpoint/2010/main" val="2562722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52EC8-979C-256C-991D-73A29CCE5562}"/>
              </a:ext>
            </a:extLst>
          </p:cNvPr>
          <p:cNvSpPr>
            <a:spLocks noGrp="1"/>
          </p:cNvSpPr>
          <p:nvPr>
            <p:ph type="title"/>
          </p:nvPr>
        </p:nvSpPr>
        <p:spPr>
          <a:xfrm>
            <a:off x="612648" y="640080"/>
            <a:ext cx="3493008" cy="3621024"/>
          </a:xfrm>
        </p:spPr>
        <p:txBody>
          <a:bodyPr anchor="t">
            <a:normAutofit/>
          </a:bodyPr>
          <a:lstStyle/>
          <a:p>
            <a:r>
              <a:rPr lang="en-US" dirty="0"/>
              <a:t>Introduction</a:t>
            </a:r>
          </a:p>
        </p:txBody>
      </p:sp>
      <p:sp>
        <p:nvSpPr>
          <p:cNvPr id="3" name="Content Placeholder 2">
            <a:extLst>
              <a:ext uri="{FF2B5EF4-FFF2-40B4-BE49-F238E27FC236}">
                <a16:creationId xmlns:a16="http://schemas.microsoft.com/office/drawing/2014/main" id="{48FAB25A-A39E-C02D-2F0E-A651D2791913}"/>
              </a:ext>
            </a:extLst>
          </p:cNvPr>
          <p:cNvSpPr>
            <a:spLocks noGrp="1"/>
          </p:cNvSpPr>
          <p:nvPr>
            <p:ph sz="quarter" idx="13"/>
          </p:nvPr>
        </p:nvSpPr>
        <p:spPr>
          <a:xfrm>
            <a:off x="4892040" y="640081"/>
            <a:ext cx="6675120" cy="5577840"/>
          </a:xfrm>
        </p:spPr>
        <p:txBody>
          <a:bodyPr>
            <a:normAutofit/>
          </a:bodyPr>
          <a:lstStyle/>
          <a:p>
            <a:pPr>
              <a:lnSpc>
                <a:spcPct val="110000"/>
              </a:lnSpc>
            </a:pPr>
            <a:r>
              <a:rPr lang="en-US" sz="1300" b="1" dirty="0"/>
              <a:t>Cloud PC Lifecycle – Grace Period Overview</a:t>
            </a:r>
            <a:endParaRPr lang="en-US" sz="1300" dirty="0"/>
          </a:p>
          <a:p>
            <a:pPr>
              <a:lnSpc>
                <a:spcPct val="110000"/>
              </a:lnSpc>
            </a:pPr>
            <a:r>
              <a:rPr lang="en-US" sz="1300" dirty="0"/>
              <a:t>When a Windows 365 license is removed, the Cloud PC enters a grace period before deprovisioning.</a:t>
            </a:r>
          </a:p>
          <a:p>
            <a:pPr>
              <a:lnSpc>
                <a:spcPct val="110000"/>
              </a:lnSpc>
            </a:pPr>
            <a:r>
              <a:rPr lang="en-US" sz="1300" dirty="0"/>
              <a:t>Grace period scenarios: </a:t>
            </a:r>
          </a:p>
          <a:p>
            <a:pPr lvl="1">
              <a:lnSpc>
                <a:spcPct val="110000"/>
              </a:lnSpc>
            </a:pPr>
            <a:r>
              <a:rPr lang="en-US" sz="1300" dirty="0"/>
              <a:t>License expires due to payment failure.</a:t>
            </a:r>
          </a:p>
          <a:p>
            <a:pPr lvl="1">
              <a:lnSpc>
                <a:spcPct val="110000"/>
              </a:lnSpc>
            </a:pPr>
            <a:r>
              <a:rPr lang="en-US" sz="1300" dirty="0"/>
              <a:t>User removed from group where license is inherited.</a:t>
            </a:r>
          </a:p>
          <a:p>
            <a:pPr lvl="1">
              <a:lnSpc>
                <a:spcPct val="110000"/>
              </a:lnSpc>
            </a:pPr>
            <a:r>
              <a:rPr lang="en-US" sz="1300" dirty="0"/>
              <a:t>Direct license assignment removed.</a:t>
            </a:r>
          </a:p>
          <a:p>
            <a:pPr lvl="1">
              <a:lnSpc>
                <a:spcPct val="110000"/>
              </a:lnSpc>
            </a:pPr>
            <a:r>
              <a:rPr lang="en-US" sz="1300" dirty="0"/>
              <a:t>User removed from group tied to provisioning policy.</a:t>
            </a:r>
          </a:p>
          <a:p>
            <a:pPr>
              <a:lnSpc>
                <a:spcPct val="110000"/>
              </a:lnSpc>
            </a:pPr>
            <a:r>
              <a:rPr lang="en-US" sz="1300" dirty="0"/>
              <a:t>Duration: </a:t>
            </a:r>
          </a:p>
          <a:p>
            <a:pPr lvl="1">
              <a:lnSpc>
                <a:spcPct val="110000"/>
              </a:lnSpc>
            </a:pPr>
            <a:r>
              <a:rPr lang="en-US" sz="1300" dirty="0"/>
              <a:t>Enterprise: 7 days</a:t>
            </a:r>
          </a:p>
          <a:p>
            <a:pPr lvl="1">
              <a:lnSpc>
                <a:spcPct val="110000"/>
              </a:lnSpc>
            </a:pPr>
            <a:r>
              <a:rPr lang="en-US" sz="1300" dirty="0"/>
              <a:t>Business: 7 days</a:t>
            </a:r>
          </a:p>
          <a:p>
            <a:pPr lvl="1">
              <a:lnSpc>
                <a:spcPct val="110000"/>
              </a:lnSpc>
            </a:pPr>
            <a:r>
              <a:rPr lang="en-US" sz="1300" dirty="0"/>
              <a:t>After grace period</a:t>
            </a:r>
          </a:p>
          <a:p>
            <a:pPr lvl="1">
              <a:lnSpc>
                <a:spcPct val="110000"/>
              </a:lnSpc>
            </a:pPr>
            <a:r>
              <a:rPr lang="en-US" sz="1300" dirty="0"/>
              <a:t>Passive deletion: License expiry → Snapshot available for recovery.</a:t>
            </a:r>
          </a:p>
          <a:p>
            <a:pPr lvl="1">
              <a:lnSpc>
                <a:spcPct val="110000"/>
              </a:lnSpc>
            </a:pPr>
            <a:r>
              <a:rPr lang="en-US" sz="1300" dirty="0"/>
              <a:t>Active deletion: Admin action → No snapshot available.</a:t>
            </a:r>
          </a:p>
          <a:p>
            <a:pPr>
              <a:lnSpc>
                <a:spcPct val="110000"/>
              </a:lnSpc>
            </a:pPr>
            <a:r>
              <a:rPr lang="en-US" sz="1300" dirty="0"/>
              <a:t>Support engineers must determine if deprovision was active (Deleted) or passive (Suspended).</a:t>
            </a:r>
          </a:p>
          <a:p>
            <a:pPr>
              <a:lnSpc>
                <a:spcPct val="110000"/>
              </a:lnSpc>
            </a:pPr>
            <a:r>
              <a:rPr lang="en-US" sz="1300" dirty="0"/>
              <a:t>Passive: Raise </a:t>
            </a:r>
            <a:r>
              <a:rPr lang="en-US" sz="1300" dirty="0" err="1"/>
              <a:t>IcM</a:t>
            </a:r>
            <a:r>
              <a:rPr lang="en-US" sz="1300" dirty="0"/>
              <a:t> to </a:t>
            </a:r>
            <a:r>
              <a:rPr lang="en-US" sz="1300" dirty="0" err="1"/>
              <a:t>SaaF</a:t>
            </a:r>
            <a:r>
              <a:rPr lang="en-US" sz="1300" dirty="0"/>
              <a:t> for recovery.</a:t>
            </a:r>
          </a:p>
          <a:p>
            <a:pPr>
              <a:lnSpc>
                <a:spcPct val="110000"/>
              </a:lnSpc>
            </a:pPr>
            <a:r>
              <a:rPr lang="en-US" sz="1300" dirty="0"/>
              <a:t>Active: Inform customer recovery is not possible.</a:t>
            </a:r>
          </a:p>
          <a:p>
            <a:pPr>
              <a:lnSpc>
                <a:spcPct val="110000"/>
              </a:lnSpc>
            </a:pPr>
            <a:endParaRPr lang="en-US" sz="1300" dirty="0"/>
          </a:p>
        </p:txBody>
      </p:sp>
    </p:spTree>
    <p:extLst>
      <p:ext uri="{BB962C8B-B14F-4D97-AF65-F5344CB8AC3E}">
        <p14:creationId xmlns:p14="http://schemas.microsoft.com/office/powerpoint/2010/main" val="1004069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B420-C533-71C0-2AB0-99F1AF49DA84}"/>
              </a:ext>
            </a:extLst>
          </p:cNvPr>
          <p:cNvSpPr>
            <a:spLocks noGrp="1"/>
          </p:cNvSpPr>
          <p:nvPr>
            <p:ph type="title"/>
          </p:nvPr>
        </p:nvSpPr>
        <p:spPr>
          <a:xfrm>
            <a:off x="612648" y="640080"/>
            <a:ext cx="3493008" cy="3621024"/>
          </a:xfrm>
        </p:spPr>
        <p:txBody>
          <a:bodyPr anchor="t">
            <a:normAutofit/>
          </a:bodyPr>
          <a:lstStyle/>
          <a:p>
            <a:r>
              <a:rPr lang="en-US" b="1" u="sng" dirty="0"/>
              <a:t>Cloud PC Data Recovery Template. </a:t>
            </a:r>
            <a:r>
              <a:rPr lang="en-US" b="1" dirty="0"/>
              <a:t> </a:t>
            </a:r>
            <a:br>
              <a:rPr lang="en-US" dirty="0"/>
            </a:br>
            <a:endParaRPr lang="en-US" dirty="0"/>
          </a:p>
        </p:txBody>
      </p:sp>
      <p:sp>
        <p:nvSpPr>
          <p:cNvPr id="3" name="Content Placeholder 2">
            <a:extLst>
              <a:ext uri="{FF2B5EF4-FFF2-40B4-BE49-F238E27FC236}">
                <a16:creationId xmlns:a16="http://schemas.microsoft.com/office/drawing/2014/main" id="{46496851-A572-1A3B-E97D-2A8D39AF2393}"/>
              </a:ext>
            </a:extLst>
          </p:cNvPr>
          <p:cNvSpPr>
            <a:spLocks noGrp="1"/>
          </p:cNvSpPr>
          <p:nvPr>
            <p:ph sz="quarter" idx="13"/>
          </p:nvPr>
        </p:nvSpPr>
        <p:spPr>
          <a:xfrm>
            <a:off x="4892040" y="640081"/>
            <a:ext cx="6675120" cy="5577840"/>
          </a:xfrm>
        </p:spPr>
        <p:txBody>
          <a:bodyPr>
            <a:normAutofit/>
          </a:bodyPr>
          <a:lstStyle/>
          <a:p>
            <a:pPr>
              <a:lnSpc>
                <a:spcPct val="110000"/>
              </a:lnSpc>
            </a:pPr>
            <a:r>
              <a:rPr lang="en-US" sz="1300" b="1" dirty="0"/>
              <a:t> When customer request for data recovery for their Cloud PC because of passive (End of Grace Period, Trial License Expire or Delete by mistake) delete, we have now a template in place to gather all the information which is needed for successful data recovery for customer. </a:t>
            </a:r>
          </a:p>
          <a:p>
            <a:pPr>
              <a:lnSpc>
                <a:spcPct val="110000"/>
              </a:lnSpc>
            </a:pPr>
            <a:r>
              <a:rPr lang="en-US" sz="1300" b="1" u="sng" dirty="0"/>
              <a:t>To Do -&gt; CSS </a:t>
            </a:r>
            <a:r>
              <a:rPr lang="en-US" sz="1300" b="1" dirty="0"/>
              <a:t>  </a:t>
            </a:r>
            <a:endParaRPr lang="en-US" sz="1300" dirty="0"/>
          </a:p>
          <a:p>
            <a:pPr>
              <a:lnSpc>
                <a:spcPct val="110000"/>
              </a:lnSpc>
            </a:pPr>
            <a:r>
              <a:rPr lang="en-US" sz="1300" b="1" dirty="0"/>
              <a:t>If a customer opens a Rave case for Data Recovery of their cloud PC, please get the information below from customer: </a:t>
            </a:r>
            <a:endParaRPr lang="en-US" sz="1300" dirty="0"/>
          </a:p>
          <a:p>
            <a:pPr lvl="0">
              <a:lnSpc>
                <a:spcPct val="110000"/>
              </a:lnSpc>
            </a:pPr>
            <a:r>
              <a:rPr lang="en-US" sz="1300" b="1" dirty="0"/>
              <a:t>How did the Cloud PC get deleted? Reason for the cloud PC missing. Due to the non-time payment  </a:t>
            </a:r>
            <a:endParaRPr lang="en-US" sz="1300" dirty="0"/>
          </a:p>
          <a:p>
            <a:pPr>
              <a:lnSpc>
                <a:spcPct val="110000"/>
              </a:lnSpc>
            </a:pPr>
            <a:r>
              <a:rPr lang="en-US" sz="1300" b="1" dirty="0"/>
              <a:t>Subscription Name: Windows 365 Business 2 vCPU, 8 GB, 128 GB   Deactivated on 5th March and re-activated on 7th March  </a:t>
            </a:r>
            <a:endParaRPr lang="en-US" sz="1300" dirty="0"/>
          </a:p>
          <a:p>
            <a:pPr lvl="0">
              <a:lnSpc>
                <a:spcPct val="110000"/>
              </a:lnSpc>
            </a:pPr>
            <a:r>
              <a:rPr lang="en-US" sz="1300" b="1" dirty="0"/>
              <a:t>Name of the Cloud PC: CPC-tdaws-9U46Y</a:t>
            </a:r>
            <a:endParaRPr lang="en-US" sz="1300" dirty="0"/>
          </a:p>
          <a:p>
            <a:pPr lvl="0">
              <a:lnSpc>
                <a:spcPct val="110000"/>
              </a:lnSpc>
            </a:pPr>
            <a:r>
              <a:rPr lang="en-US" sz="1300" b="1" dirty="0"/>
              <a:t>Tenant ID: 40db74aa-ac66-463d-b0f9-eefefa9f2384</a:t>
            </a:r>
            <a:endParaRPr lang="en-US" sz="1300" dirty="0"/>
          </a:p>
          <a:p>
            <a:pPr lvl="0">
              <a:lnSpc>
                <a:spcPct val="110000"/>
              </a:lnSpc>
            </a:pPr>
            <a:r>
              <a:rPr lang="en-US" sz="1300" b="1" dirty="0"/>
              <a:t>Location/Region of Cloud PC : eastus2 </a:t>
            </a:r>
            <a:endParaRPr lang="en-US" sz="1300" dirty="0"/>
          </a:p>
          <a:p>
            <a:pPr lvl="0">
              <a:lnSpc>
                <a:spcPct val="110000"/>
              </a:lnSpc>
            </a:pPr>
            <a:r>
              <a:rPr lang="en-US" sz="1300" b="1" dirty="0"/>
              <a:t>User-ID of whose CPC was deleted: ?</a:t>
            </a:r>
            <a:endParaRPr lang="en-US" sz="1300" dirty="0"/>
          </a:p>
          <a:p>
            <a:pPr lvl="0">
              <a:lnSpc>
                <a:spcPct val="110000"/>
              </a:lnSpc>
            </a:pPr>
            <a:r>
              <a:rPr lang="en-US" sz="1300" b="1" dirty="0"/>
              <a:t>Timestamp when the CPC was deleted: Not aware  </a:t>
            </a:r>
            <a:endParaRPr lang="en-US" sz="1300" dirty="0"/>
          </a:p>
          <a:p>
            <a:pPr>
              <a:lnSpc>
                <a:spcPct val="110000"/>
              </a:lnSpc>
            </a:pPr>
            <a:endParaRPr lang="en-US" sz="1300" dirty="0"/>
          </a:p>
          <a:p>
            <a:pPr>
              <a:lnSpc>
                <a:spcPct val="110000"/>
              </a:lnSpc>
            </a:pPr>
            <a:endParaRPr lang="en-US" sz="1300" dirty="0"/>
          </a:p>
        </p:txBody>
      </p:sp>
    </p:spTree>
    <p:extLst>
      <p:ext uri="{BB962C8B-B14F-4D97-AF65-F5344CB8AC3E}">
        <p14:creationId xmlns:p14="http://schemas.microsoft.com/office/powerpoint/2010/main" val="876459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5F48D-5604-5A37-B125-1A31486E974D}"/>
              </a:ext>
            </a:extLst>
          </p:cNvPr>
          <p:cNvSpPr>
            <a:spLocks noGrp="1"/>
          </p:cNvSpPr>
          <p:nvPr>
            <p:ph type="title"/>
          </p:nvPr>
        </p:nvSpPr>
        <p:spPr>
          <a:xfrm>
            <a:off x="612648" y="640080"/>
            <a:ext cx="3493008" cy="3621024"/>
          </a:xfrm>
        </p:spPr>
        <p:txBody>
          <a:bodyPr anchor="t">
            <a:normAutofit/>
          </a:bodyPr>
          <a:lstStyle/>
          <a:p>
            <a:r>
              <a:rPr lang="en-US" b="1" u="sng"/>
              <a:t>Create ICM after getting the above information. </a:t>
            </a:r>
            <a:r>
              <a:rPr lang="en-US" b="1"/>
              <a:t> </a:t>
            </a:r>
            <a:br>
              <a:rPr lang="en-US"/>
            </a:br>
            <a:endParaRPr lang="en-US" dirty="0"/>
          </a:p>
        </p:txBody>
      </p:sp>
      <p:sp>
        <p:nvSpPr>
          <p:cNvPr id="3" name="Content Placeholder 2">
            <a:extLst>
              <a:ext uri="{FF2B5EF4-FFF2-40B4-BE49-F238E27FC236}">
                <a16:creationId xmlns:a16="http://schemas.microsoft.com/office/drawing/2014/main" id="{9A7E637C-50B6-5179-DC4F-3A26DD6AC908}"/>
              </a:ext>
            </a:extLst>
          </p:cNvPr>
          <p:cNvSpPr>
            <a:spLocks noGrp="1"/>
          </p:cNvSpPr>
          <p:nvPr>
            <p:ph sz="quarter" idx="13"/>
          </p:nvPr>
        </p:nvSpPr>
        <p:spPr>
          <a:xfrm>
            <a:off x="4892040" y="640081"/>
            <a:ext cx="6675120" cy="5577840"/>
          </a:xfrm>
        </p:spPr>
        <p:txBody>
          <a:bodyPr>
            <a:normAutofit lnSpcReduction="10000"/>
          </a:bodyPr>
          <a:lstStyle/>
          <a:p>
            <a:pPr marL="0" indent="0">
              <a:lnSpc>
                <a:spcPct val="110000"/>
              </a:lnSpc>
              <a:buNone/>
            </a:pPr>
            <a:r>
              <a:rPr lang="en-US" sz="1100" b="1" dirty="0"/>
              <a:t> </a:t>
            </a:r>
            <a:endParaRPr lang="en-US" sz="1100" dirty="0"/>
          </a:p>
          <a:p>
            <a:pPr>
              <a:lnSpc>
                <a:spcPct val="110000"/>
              </a:lnSpc>
            </a:pPr>
            <a:r>
              <a:rPr lang="en-US" sz="1400" b="1" u="sng" dirty="0"/>
              <a:t>To DO -&gt; Customer </a:t>
            </a:r>
            <a:r>
              <a:rPr lang="en-US" sz="1400" b="1" dirty="0"/>
              <a:t>  </a:t>
            </a:r>
            <a:endParaRPr lang="en-US" sz="1400" dirty="0"/>
          </a:p>
          <a:p>
            <a:pPr>
              <a:lnSpc>
                <a:spcPct val="110000"/>
              </a:lnSpc>
            </a:pPr>
            <a:r>
              <a:rPr lang="en-US" sz="1400" b="1" dirty="0"/>
              <a:t>If a customer does not have a Storage Account (SA) already in the same tenant ID as the deleted CPC then they will have to follow the steps below to create a new SA and Container in the same Tenant ID as CPC. </a:t>
            </a:r>
            <a:endParaRPr lang="en-US" sz="1400" dirty="0"/>
          </a:p>
          <a:p>
            <a:pPr>
              <a:lnSpc>
                <a:spcPct val="110000"/>
              </a:lnSpc>
            </a:pPr>
            <a:r>
              <a:rPr lang="en-US" sz="1400" b="1" dirty="0"/>
              <a:t>Customer must create a Storage Account in the same Tenant  where the Cloud PC was residing. </a:t>
            </a:r>
            <a:endParaRPr lang="en-US" sz="1400" dirty="0"/>
          </a:p>
          <a:p>
            <a:pPr>
              <a:lnSpc>
                <a:spcPct val="110000"/>
              </a:lnSpc>
            </a:pPr>
            <a:r>
              <a:rPr lang="en-US" sz="1400" b="1" dirty="0"/>
              <a:t>Set up your Azure storage account </a:t>
            </a:r>
            <a:endParaRPr lang="en-US" sz="1400" dirty="0"/>
          </a:p>
          <a:p>
            <a:pPr>
              <a:lnSpc>
                <a:spcPct val="110000"/>
              </a:lnSpc>
            </a:pPr>
            <a:r>
              <a:rPr lang="en-US" sz="1400" b="1" dirty="0"/>
              <a:t>To recover data of deleted Cloud PC, customer must create Azure storage account in the same tenant as the Cloud PC.  </a:t>
            </a:r>
            <a:endParaRPr lang="en-US" sz="1400" dirty="0"/>
          </a:p>
          <a:p>
            <a:pPr lvl="0">
              <a:lnSpc>
                <a:spcPct val="110000"/>
              </a:lnSpc>
            </a:pPr>
            <a:r>
              <a:rPr lang="en-US" sz="1400" b="1" dirty="0"/>
              <a:t>Create a Storage Account in the same subscription as your Azure Network Connection. To create the account, you can use PowerShell, Azure CLI, Azure Resource Manager Template, or Azure portal.   </a:t>
            </a:r>
            <a:endParaRPr lang="en-US" sz="1400" dirty="0"/>
          </a:p>
          <a:p>
            <a:pPr>
              <a:lnSpc>
                <a:spcPct val="110000"/>
              </a:lnSpc>
            </a:pPr>
            <a:r>
              <a:rPr lang="en-US" sz="1400" b="1" dirty="0"/>
              <a:t> </a:t>
            </a:r>
            <a:endParaRPr lang="en-US" sz="1400" dirty="0"/>
          </a:p>
          <a:p>
            <a:pPr lvl="0">
              <a:lnSpc>
                <a:spcPct val="110000"/>
              </a:lnSpc>
            </a:pPr>
            <a:r>
              <a:rPr lang="en-US" sz="1400" b="1" dirty="0"/>
              <a:t>Resource Group Name: </a:t>
            </a:r>
            <a:r>
              <a:rPr lang="en-US" sz="1400" b="1" dirty="0" err="1"/>
              <a:t>vgroup</a:t>
            </a:r>
            <a:r>
              <a:rPr lang="en-US" sz="1400" b="1" dirty="0"/>
              <a:t> </a:t>
            </a:r>
            <a:endParaRPr lang="en-US" sz="1400" dirty="0"/>
          </a:p>
          <a:p>
            <a:pPr lvl="0">
              <a:lnSpc>
                <a:spcPct val="110000"/>
              </a:lnSpc>
            </a:pPr>
            <a:r>
              <a:rPr lang="en-US" sz="1400" b="1" dirty="0" err="1"/>
              <a:t>Subcription</a:t>
            </a:r>
            <a:r>
              <a:rPr lang="en-US" sz="1400" b="1" dirty="0"/>
              <a:t> ID: ee41d46e-1161-45b9-bd39-b917f53e3511 </a:t>
            </a:r>
            <a:endParaRPr lang="en-US" sz="1400" dirty="0"/>
          </a:p>
          <a:p>
            <a:pPr lvl="0">
              <a:lnSpc>
                <a:spcPct val="110000"/>
              </a:lnSpc>
            </a:pPr>
            <a:r>
              <a:rPr lang="en-US" sz="1400" b="1" dirty="0"/>
              <a:t>Storage account Nama: vgroup2 </a:t>
            </a:r>
            <a:endParaRPr lang="en-US" sz="1400" dirty="0"/>
          </a:p>
          <a:p>
            <a:pPr lvl="0">
              <a:lnSpc>
                <a:spcPct val="110000"/>
              </a:lnSpc>
            </a:pPr>
            <a:r>
              <a:rPr lang="en-US" sz="1400" b="1" dirty="0"/>
              <a:t>Container Name: backup   </a:t>
            </a:r>
            <a:endParaRPr lang="en-US" sz="1400" dirty="0"/>
          </a:p>
          <a:p>
            <a:pPr>
              <a:lnSpc>
                <a:spcPct val="110000"/>
              </a:lnSpc>
            </a:pPr>
            <a:endParaRPr lang="en-US" sz="1100" dirty="0"/>
          </a:p>
        </p:txBody>
      </p:sp>
    </p:spTree>
    <p:extLst>
      <p:ext uri="{BB962C8B-B14F-4D97-AF65-F5344CB8AC3E}">
        <p14:creationId xmlns:p14="http://schemas.microsoft.com/office/powerpoint/2010/main" val="3758702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18FFCE-DA5A-2547-5B92-5D805097BEC0}"/>
              </a:ext>
            </a:extLst>
          </p:cNvPr>
          <p:cNvSpPr>
            <a:spLocks noGrp="1"/>
          </p:cNvSpPr>
          <p:nvPr>
            <p:ph type="title"/>
          </p:nvPr>
        </p:nvSpPr>
        <p:spPr>
          <a:xfrm>
            <a:off x="612648" y="251460"/>
            <a:ext cx="10890373" cy="2834640"/>
          </a:xfrm>
        </p:spPr>
        <p:txBody>
          <a:bodyPr anchor="t">
            <a:normAutofit/>
          </a:bodyPr>
          <a:lstStyle/>
          <a:p>
            <a:pPr lvl="0"/>
            <a:r>
              <a:rPr lang="en-US" sz="1500" dirty="0">
                <a:solidFill>
                  <a:schemeClr val="tx1"/>
                </a:solidFill>
              </a:rPr>
              <a:t>Resource Group Name: </a:t>
            </a:r>
            <a:r>
              <a:rPr lang="en-US" sz="1500" dirty="0" err="1">
                <a:solidFill>
                  <a:schemeClr val="tx1"/>
                </a:solidFill>
              </a:rPr>
              <a:t>vgroup</a:t>
            </a:r>
            <a:r>
              <a:rPr lang="en-US" sz="1500" dirty="0">
                <a:solidFill>
                  <a:schemeClr val="tx1"/>
                </a:solidFill>
              </a:rPr>
              <a:t> </a:t>
            </a:r>
            <a:br>
              <a:rPr lang="en-US" sz="1500" dirty="0">
                <a:solidFill>
                  <a:schemeClr val="tx1"/>
                </a:solidFill>
              </a:rPr>
            </a:br>
            <a:r>
              <a:rPr lang="en-US" sz="1500" dirty="0">
                <a:solidFill>
                  <a:schemeClr val="tx1"/>
                </a:solidFill>
              </a:rPr>
              <a:t>Subscription ID: ee41d46e-1161-45b9-bd39-b917f53e3511 </a:t>
            </a:r>
          </a:p>
          <a:p>
            <a:pPr lvl="0"/>
            <a:r>
              <a:rPr lang="en-US" sz="1500" dirty="0">
                <a:solidFill>
                  <a:schemeClr val="tx1"/>
                </a:solidFill>
              </a:rPr>
              <a:t>Storage account Nama: vgroup2 </a:t>
            </a:r>
          </a:p>
          <a:p>
            <a:pPr lvl="0"/>
            <a:r>
              <a:rPr lang="en-US" sz="1500" dirty="0">
                <a:solidFill>
                  <a:schemeClr val="tx1"/>
                </a:solidFill>
              </a:rPr>
              <a:t>Container Name: backup  </a:t>
            </a:r>
          </a:p>
          <a:p>
            <a:r>
              <a:rPr lang="en-US" sz="1500" dirty="0">
                <a:solidFill>
                  <a:schemeClr val="tx1"/>
                </a:solidFill>
              </a:rPr>
              <a:t> </a:t>
            </a:r>
          </a:p>
          <a:p>
            <a:r>
              <a:rPr lang="en-US" sz="1500" dirty="0">
                <a:solidFill>
                  <a:schemeClr val="tx1"/>
                </a:solidFill>
              </a:rPr>
              <a:t>2. For best performance, configure the storage account with the following settings. </a:t>
            </a:r>
          </a:p>
          <a:p>
            <a:pPr lvl="0"/>
            <a:r>
              <a:rPr lang="en-US" sz="1500" dirty="0">
                <a:solidFill>
                  <a:schemeClr val="tx1"/>
                </a:solidFill>
              </a:rPr>
              <a:t>Premium Page Blob performance : Customer selected Standard Performance </a:t>
            </a:r>
          </a:p>
          <a:p>
            <a:r>
              <a:rPr lang="en-US" sz="1500" dirty="0">
                <a:solidFill>
                  <a:schemeClr val="tx1"/>
                </a:solidFill>
              </a:rPr>
              <a:t> </a:t>
            </a:r>
          </a:p>
          <a:p>
            <a:r>
              <a:rPr lang="en-US" sz="1500" dirty="0">
                <a:solidFill>
                  <a:schemeClr val="tx1"/>
                </a:solidFill>
              </a:rPr>
              <a:t>3. Assign an Azure role for access to blob data. The minimum permission required for the Windows 365 service is Storage Account Contributor and Storage Blob Data Contributor. This permission can be given under “Access Control” for the SA.  </a:t>
            </a:r>
          </a:p>
          <a:p>
            <a:r>
              <a:rPr lang="en-US" sz="1500" dirty="0">
                <a:solidFill>
                  <a:schemeClr val="tx1"/>
                </a:solidFill>
              </a:rPr>
              <a:t> </a:t>
            </a:r>
          </a:p>
          <a:p>
            <a:r>
              <a:rPr lang="en-US" sz="1500" dirty="0">
                <a:solidFill>
                  <a:schemeClr val="tx1"/>
                </a:solidFill>
              </a:rPr>
              <a:t>Windows 365/</a:t>
            </a:r>
            <a:r>
              <a:rPr lang="en-US" sz="1500" dirty="0" err="1">
                <a:solidFill>
                  <a:schemeClr val="tx1"/>
                </a:solidFill>
              </a:rPr>
              <a:t>CloudPC</a:t>
            </a:r>
            <a:r>
              <a:rPr lang="en-US" sz="1500" dirty="0">
                <a:solidFill>
                  <a:schemeClr val="tx1"/>
                </a:solidFill>
              </a:rPr>
              <a:t> has been added as Storage Account Contributor for Storage Account vgroup2  </a:t>
            </a:r>
          </a:p>
          <a:p>
            <a:endParaRPr lang="en-US" sz="1500" dirty="0"/>
          </a:p>
        </p:txBody>
      </p:sp>
      <p:pic>
        <p:nvPicPr>
          <p:cNvPr id="4" name="Picture Placeholder 3" descr="Picture 2, Picture">
            <a:extLst>
              <a:ext uri="{FF2B5EF4-FFF2-40B4-BE49-F238E27FC236}">
                <a16:creationId xmlns:a16="http://schemas.microsoft.com/office/drawing/2014/main" id="{176654DC-B1A2-4757-B7D3-82BBD514439A}"/>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rcRect b="54134"/>
          <a:stretch>
            <a:fillRect/>
          </a:stretch>
        </p:blipFill>
        <p:spPr bwMode="auto">
          <a:xfrm>
            <a:off x="612648" y="2934586"/>
            <a:ext cx="10890374" cy="3383918"/>
          </a:xfrm>
          <a:prstGeom prst="rect">
            <a:avLst/>
          </a:prstGeom>
          <a:noFill/>
          <a:ln>
            <a:noFill/>
          </a:ln>
        </p:spPr>
      </p:pic>
    </p:spTree>
    <p:extLst>
      <p:ext uri="{BB962C8B-B14F-4D97-AF65-F5344CB8AC3E}">
        <p14:creationId xmlns:p14="http://schemas.microsoft.com/office/powerpoint/2010/main" val="2847818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D9F54-5A30-D208-4765-1CCA3876919B}"/>
              </a:ext>
            </a:extLst>
          </p:cNvPr>
          <p:cNvSpPr>
            <a:spLocks noGrp="1"/>
          </p:cNvSpPr>
          <p:nvPr>
            <p:ph type="title"/>
          </p:nvPr>
        </p:nvSpPr>
        <p:spPr/>
        <p:txBody>
          <a:bodyPr>
            <a:normAutofit fontScale="90000"/>
          </a:bodyPr>
          <a:lstStyle/>
          <a:p>
            <a:r>
              <a:rPr lang="en-US" sz="1400" dirty="0">
                <a:solidFill>
                  <a:schemeClr val="tx1"/>
                </a:solidFill>
              </a:rPr>
              <a:t>4. Next, “Enable” Allow Storage Account key access, from Configuration Tab from the left.  </a:t>
            </a:r>
            <a:br>
              <a:rPr lang="en-US" sz="1400" dirty="0">
                <a:solidFill>
                  <a:schemeClr val="tx1"/>
                </a:solidFill>
              </a:rPr>
            </a:br>
            <a:r>
              <a:rPr lang="en-US" sz="1400" dirty="0">
                <a:solidFill>
                  <a:schemeClr val="tx1"/>
                </a:solidFill>
              </a:rPr>
              <a:t>This is done. </a:t>
            </a:r>
            <a:br>
              <a:rPr lang="en-US" sz="1400" dirty="0">
                <a:solidFill>
                  <a:schemeClr val="tx1"/>
                </a:solidFill>
              </a:rPr>
            </a:br>
            <a:br>
              <a:rPr lang="en-US" sz="1400" dirty="0">
                <a:solidFill>
                  <a:schemeClr val="tx1"/>
                </a:solidFill>
              </a:rPr>
            </a:br>
            <a:r>
              <a:rPr lang="en-US" sz="1600" dirty="0">
                <a:solidFill>
                  <a:schemeClr val="tx1"/>
                </a:solidFill>
              </a:rPr>
              <a:t>5. The last step is to create a new container and ask customer to share the container name. </a:t>
            </a:r>
            <a:br>
              <a:rPr lang="en-US" sz="1600" dirty="0">
                <a:solidFill>
                  <a:schemeClr val="tx1"/>
                </a:solidFill>
              </a:rPr>
            </a:br>
            <a:r>
              <a:rPr lang="en-US" sz="1600" dirty="0">
                <a:solidFill>
                  <a:schemeClr val="tx1"/>
                </a:solidFill>
              </a:rPr>
              <a:t>This is done.  </a:t>
            </a:r>
            <a:br>
              <a:rPr lang="en-US" sz="1600" dirty="0">
                <a:solidFill>
                  <a:schemeClr val="tx1"/>
                </a:solidFill>
              </a:rPr>
            </a:br>
            <a:r>
              <a:rPr lang="en-US" sz="1600" dirty="0">
                <a:solidFill>
                  <a:schemeClr val="tx1"/>
                </a:solidFill>
              </a:rPr>
              <a:t>Container Name in customer storage account: backup </a:t>
            </a:r>
            <a:br>
              <a:rPr lang="en-US" sz="1600" dirty="0">
                <a:solidFill>
                  <a:schemeClr val="tx1"/>
                </a:solidFill>
              </a:rPr>
            </a:br>
            <a:endParaRPr lang="en-US" sz="1600" dirty="0">
              <a:solidFill>
                <a:schemeClr val="tx1"/>
              </a:solidFill>
            </a:endParaRPr>
          </a:p>
        </p:txBody>
      </p:sp>
      <p:pic>
        <p:nvPicPr>
          <p:cNvPr id="4" name="Content Placeholder 3" descr="A screenshot of a computer&#10;&#10;Description automatically generated, Picture">
            <a:extLst>
              <a:ext uri="{FF2B5EF4-FFF2-40B4-BE49-F238E27FC236}">
                <a16:creationId xmlns:a16="http://schemas.microsoft.com/office/drawing/2014/main" id="{5FF30004-5BFE-42F1-9D52-DBA1A512508E}"/>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rcRect/>
          <a:stretch>
            <a:fillRect/>
          </a:stretch>
        </p:blipFill>
        <p:spPr bwMode="auto">
          <a:xfrm>
            <a:off x="688980" y="2000721"/>
            <a:ext cx="9815988" cy="4081102"/>
          </a:xfrm>
          <a:prstGeom prst="rect">
            <a:avLst/>
          </a:prstGeom>
          <a:noFill/>
          <a:ln>
            <a:noFill/>
          </a:ln>
        </p:spPr>
      </p:pic>
    </p:spTree>
    <p:extLst>
      <p:ext uri="{BB962C8B-B14F-4D97-AF65-F5344CB8AC3E}">
        <p14:creationId xmlns:p14="http://schemas.microsoft.com/office/powerpoint/2010/main" val="694495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DD0CF-272F-F829-6E5D-53508C0959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419EF-C025-5B84-9F15-9AD8D028FBBE}"/>
              </a:ext>
            </a:extLst>
          </p:cNvPr>
          <p:cNvSpPr>
            <a:spLocks noGrp="1"/>
          </p:cNvSpPr>
          <p:nvPr>
            <p:ph sz="quarter" idx="13"/>
          </p:nvPr>
        </p:nvSpPr>
        <p:spPr>
          <a:xfrm>
            <a:off x="612648" y="317635"/>
            <a:ext cx="10890374" cy="6000870"/>
          </a:xfrm>
        </p:spPr>
        <p:txBody>
          <a:bodyPr>
            <a:normAutofit fontScale="62500" lnSpcReduction="20000"/>
          </a:bodyPr>
          <a:lstStyle/>
          <a:p>
            <a:pPr marL="0" indent="0">
              <a:buNone/>
            </a:pPr>
            <a:r>
              <a:rPr lang="en-US" sz="2600" b="1" dirty="0"/>
              <a:t>You can use the below Kusto to get the above information.  </a:t>
            </a:r>
            <a:endParaRPr lang="en-US" sz="2600" dirty="0"/>
          </a:p>
          <a:p>
            <a:r>
              <a:rPr lang="en-US" sz="1900" b="1" dirty="0"/>
              <a:t>let TenantID = '982dabc5-3b5c-4048-b8f2-f55ef6043e9f';</a:t>
            </a:r>
            <a:endParaRPr lang="en-US" sz="1900" dirty="0"/>
          </a:p>
          <a:p>
            <a:r>
              <a:rPr lang="en-US" sz="1900" b="1" dirty="0"/>
              <a:t>let UserID = '';</a:t>
            </a:r>
            <a:endParaRPr lang="en-US" sz="1900" dirty="0"/>
          </a:p>
          <a:p>
            <a:r>
              <a:rPr lang="en-US" sz="1900" b="1" dirty="0"/>
              <a:t>cluster('cloudpc.eastus2.kusto.windows.net').database('CloudPC').CloudPCEvent</a:t>
            </a:r>
            <a:endParaRPr lang="en-US" sz="1900" dirty="0"/>
          </a:p>
          <a:p>
            <a:r>
              <a:rPr lang="en-US" sz="1900" b="1" dirty="0"/>
              <a:t>| union cluster('cloudpcneu.northeurope.kusto.windows.net').database('CloudPCProd').CloudPCEvent</a:t>
            </a:r>
            <a:endParaRPr lang="en-US" sz="1900" dirty="0"/>
          </a:p>
          <a:p>
            <a:r>
              <a:rPr lang="en-US" sz="1900" b="1" dirty="0"/>
              <a:t>| where ApplicationName has_any ("SchdlrFunction", "schdlr", "RMFunction")</a:t>
            </a:r>
            <a:endParaRPr lang="en-US" sz="1900" dirty="0"/>
          </a:p>
          <a:p>
            <a:r>
              <a:rPr lang="en-US" sz="1900" b="1" dirty="0"/>
              <a:t>| where EventUniqueName contains "GetUsersLicensesAsync"</a:t>
            </a:r>
            <a:endParaRPr lang="en-US" sz="1900" dirty="0"/>
          </a:p>
          <a:p>
            <a:r>
              <a:rPr lang="en-US" sz="1900" b="1" dirty="0"/>
              <a:t>| where AccountId == TenantID</a:t>
            </a:r>
            <a:endParaRPr lang="en-US" sz="1900" dirty="0"/>
          </a:p>
          <a:p>
            <a:r>
              <a:rPr lang="en-US" sz="1900" b="1" dirty="0"/>
              <a:t>| where OtherIdentifiers contains UserID</a:t>
            </a:r>
            <a:endParaRPr lang="en-US" sz="1900" dirty="0"/>
          </a:p>
          <a:p>
            <a:r>
              <a:rPr lang="en-US" sz="1900" b="1" dirty="0"/>
              <a:t>| where Col1 contains "CapabilityStatus"</a:t>
            </a:r>
            <a:endParaRPr lang="en-US" sz="1900" dirty="0"/>
          </a:p>
          <a:p>
            <a:r>
              <a:rPr lang="en-US" sz="1900" b="1" dirty="0"/>
              <a:t>| extend Col1 = extract("\\{.*", 0, Col1)</a:t>
            </a:r>
            <a:endParaRPr lang="en-US" sz="1900" dirty="0"/>
          </a:p>
          <a:p>
            <a:r>
              <a:rPr lang="en-US" sz="1900" b="1" dirty="0"/>
              <a:t>| extend Col1 = todynamic(strcat("[", Col1, "]"))</a:t>
            </a:r>
            <a:endParaRPr lang="en-US" sz="1900" dirty="0"/>
          </a:p>
          <a:p>
            <a:r>
              <a:rPr lang="en-US" sz="1900" b="1" dirty="0"/>
              <a:t>| mv-expand userObject = Col1</a:t>
            </a:r>
            <a:endParaRPr lang="en-US" sz="1900" dirty="0"/>
          </a:p>
          <a:p>
            <a:r>
              <a:rPr lang="en-US" sz="1900" b="1" dirty="0"/>
              <a:t>| mv-expand assignedPlan = userObject.assignedPlans</a:t>
            </a:r>
            <a:endParaRPr lang="en-US" sz="1900" dirty="0"/>
          </a:p>
          <a:p>
            <a:r>
              <a:rPr lang="en-US" sz="1900" b="1" dirty="0"/>
              <a:t>| extend UserNumber = toint(extract("(\\d+)", 1, tostring(userObject.userId)))</a:t>
            </a:r>
            <a:endParaRPr lang="en-US" sz="1900" dirty="0"/>
          </a:p>
          <a:p>
            <a:r>
              <a:rPr lang="en-US" sz="1900" b="1" dirty="0"/>
              <a:t>| extend UserIds = split(OtherIdentifiers, ",")</a:t>
            </a:r>
            <a:endParaRPr lang="en-US" sz="1900" dirty="0"/>
          </a:p>
          <a:p>
            <a:r>
              <a:rPr lang="en-US" sz="1900" b="1" dirty="0"/>
              <a:t>| extend UserObjectId = UserIds[UserNumber]</a:t>
            </a:r>
            <a:endParaRPr lang="en-US" sz="1900" dirty="0"/>
          </a:p>
          <a:p>
            <a:r>
              <a:rPr lang="en-US" sz="1900" b="1" dirty="0"/>
              <a:t>| project TimeStamp=env_time, UserObjectId, servicePlanId = assignedPlan.servicePlanId, servicePlanType = assignedPlan.servicePlanType, assignedDateTime = assignedPlan.assignedDateTime,capabilityStatus = assignedPlan.capabilityStatus</a:t>
            </a:r>
            <a:endParaRPr lang="en-US" sz="1900" dirty="0"/>
          </a:p>
        </p:txBody>
      </p:sp>
    </p:spTree>
    <p:extLst>
      <p:ext uri="{BB962C8B-B14F-4D97-AF65-F5344CB8AC3E}">
        <p14:creationId xmlns:p14="http://schemas.microsoft.com/office/powerpoint/2010/main" val="3996166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D89BC5-8D0E-0BB4-EAE8-4EA1DEFE2078}"/>
              </a:ext>
            </a:extLst>
          </p:cNvPr>
          <p:cNvSpPr>
            <a:spLocks noGrp="1"/>
          </p:cNvSpPr>
          <p:nvPr>
            <p:ph idx="1"/>
          </p:nvPr>
        </p:nvSpPr>
        <p:spPr>
          <a:xfrm>
            <a:off x="618744" y="703068"/>
            <a:ext cx="10954512" cy="6026402"/>
          </a:xfrm>
        </p:spPr>
        <p:txBody>
          <a:bodyPr/>
          <a:lstStyle/>
          <a:p>
            <a:pPr marL="0" indent="0">
              <a:buNone/>
            </a:pPr>
            <a:r>
              <a:rPr lang="en-US" b="1" dirty="0"/>
              <a:t>Once we have the below information, ready to create ICM</a:t>
            </a:r>
          </a:p>
          <a:p>
            <a:r>
              <a:rPr lang="en-US" b="1" dirty="0"/>
              <a:t>User ID </a:t>
            </a:r>
            <a:endParaRPr lang="en-US" dirty="0"/>
          </a:p>
          <a:p>
            <a:pPr lvl="0"/>
            <a:r>
              <a:rPr lang="en-US" b="1" dirty="0"/>
              <a:t>Device ID of deleted CPC. </a:t>
            </a:r>
            <a:endParaRPr lang="en-US" dirty="0"/>
          </a:p>
          <a:p>
            <a:pPr lvl="0"/>
            <a:r>
              <a:rPr lang="en-US" b="1" dirty="0"/>
              <a:t>Region </a:t>
            </a:r>
            <a:endParaRPr lang="en-US" dirty="0"/>
          </a:p>
          <a:p>
            <a:pPr lvl="0"/>
            <a:r>
              <a:rPr lang="en-US" b="1" dirty="0" err="1"/>
              <a:t>ServicePlanID</a:t>
            </a:r>
            <a:r>
              <a:rPr lang="en-US" b="1" dirty="0"/>
              <a:t> </a:t>
            </a:r>
            <a:endParaRPr lang="en-US" dirty="0"/>
          </a:p>
          <a:p>
            <a:pPr lvl="0"/>
            <a:r>
              <a:rPr lang="en-US" b="1" dirty="0"/>
              <a:t>Subscription ID </a:t>
            </a:r>
            <a:endParaRPr lang="en-US" dirty="0"/>
          </a:p>
          <a:p>
            <a:pPr lvl="0"/>
            <a:r>
              <a:rPr lang="en-US" b="1" dirty="0"/>
              <a:t>Tenant ID name-</a:t>
            </a:r>
            <a:endParaRPr lang="en-US" dirty="0"/>
          </a:p>
          <a:p>
            <a:pPr lvl="0"/>
            <a:r>
              <a:rPr lang="en-US" b="1" dirty="0" err="1"/>
              <a:t>TenantID</a:t>
            </a:r>
            <a:r>
              <a:rPr lang="en-US" b="1" dirty="0"/>
              <a:t> </a:t>
            </a:r>
            <a:endParaRPr lang="en-US" dirty="0"/>
          </a:p>
          <a:p>
            <a:pPr lvl="0"/>
            <a:r>
              <a:rPr lang="en-US" b="1" dirty="0"/>
              <a:t>Customer SA account details (Container Name and </a:t>
            </a:r>
            <a:r>
              <a:rPr lang="en-US" b="1" dirty="0" err="1"/>
              <a:t>SubID</a:t>
            </a:r>
            <a:r>
              <a:rPr lang="en-US" b="1" dirty="0"/>
              <a:t> and SA Name) </a:t>
            </a:r>
            <a:endParaRPr lang="en-US" dirty="0"/>
          </a:p>
          <a:p>
            <a:r>
              <a:rPr lang="en-US" dirty="0">
                <a:hlinkClick r:id="rId2"/>
              </a:rPr>
              <a:t>Manage Virtual Hard Disks (VHD) | Microsoft Learn</a:t>
            </a:r>
            <a:r>
              <a:rPr lang="en-US" dirty="0"/>
              <a:t> – public article </a:t>
            </a:r>
          </a:p>
          <a:p>
            <a:r>
              <a:rPr lang="en-US" dirty="0">
                <a:hlinkClick r:id="rId3"/>
              </a:rPr>
              <a:t>Mount VHD on Azure VM after placing Cloud PC under review – Overview</a:t>
            </a:r>
            <a:r>
              <a:rPr lang="en-US" dirty="0"/>
              <a:t> – private article</a:t>
            </a:r>
          </a:p>
          <a:p>
            <a:r>
              <a:rPr lang="en-US" dirty="0">
                <a:hlinkClick r:id="rId4"/>
              </a:rPr>
              <a:t>Place a Cloud PC under review | Microsoft Learn</a:t>
            </a:r>
            <a:r>
              <a:rPr lang="en-US" dirty="0"/>
              <a:t> – cloud place under review</a:t>
            </a:r>
          </a:p>
          <a:p>
            <a:r>
              <a:rPr lang="en-US" dirty="0">
                <a:hlinkClick r:id="rId5"/>
              </a:rPr>
              <a:t>Create an Azure storage account - Azure Storage | Microsoft Learn</a:t>
            </a:r>
            <a:r>
              <a:rPr lang="en-US" dirty="0"/>
              <a:t> – </a:t>
            </a:r>
            <a:r>
              <a:rPr lang="en-US"/>
              <a:t>storage account</a:t>
            </a:r>
            <a:endParaRPr lang="en-US" dirty="0"/>
          </a:p>
          <a:p>
            <a:endParaRPr lang="en-US" dirty="0"/>
          </a:p>
        </p:txBody>
      </p:sp>
    </p:spTree>
    <p:extLst>
      <p:ext uri="{BB962C8B-B14F-4D97-AF65-F5344CB8AC3E}">
        <p14:creationId xmlns:p14="http://schemas.microsoft.com/office/powerpoint/2010/main" val="3370031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8AB6-A397-CB3B-0B51-FAF4FC9C4F2D}"/>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FFC4D5A5-5C5E-0290-8DF1-16E6B11B0211}"/>
              </a:ext>
            </a:extLst>
          </p:cNvPr>
          <p:cNvPicPr>
            <a:picLocks noGrp="1" noChangeAspect="1"/>
          </p:cNvPicPr>
          <p:nvPr>
            <p:ph idx="1"/>
          </p:nvPr>
        </p:nvPicPr>
        <p:blipFill>
          <a:blip r:embed="rId2"/>
          <a:stretch>
            <a:fillRect/>
          </a:stretch>
        </p:blipFill>
        <p:spPr>
          <a:xfrm>
            <a:off x="662178" y="3429000"/>
            <a:ext cx="10855451" cy="2603574"/>
          </a:xfrm>
          <a:prstGeom prst="rect">
            <a:avLst/>
          </a:prstGeom>
        </p:spPr>
      </p:pic>
      <p:pic>
        <p:nvPicPr>
          <p:cNvPr id="1026" name="Picture 2">
            <a:extLst>
              <a:ext uri="{FF2B5EF4-FFF2-40B4-BE49-F238E27FC236}">
                <a16:creationId xmlns:a16="http://schemas.microsoft.com/office/drawing/2014/main" id="{EC8C8F3F-F8B5-56C5-1BC5-D464B7392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178" y="2257426"/>
            <a:ext cx="11352022" cy="453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890231"/>
      </p:ext>
    </p:extLst>
  </p:cSld>
  <p:clrMapOvr>
    <a:masterClrMapping/>
  </p:clrMapOvr>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AC9D54298421448873BBF4E23D23AC" ma:contentTypeVersion="13" ma:contentTypeDescription="Create a new document." ma:contentTypeScope="" ma:versionID="7c143a65ce953b0df129ba6419380248">
  <xsd:schema xmlns:xsd="http://www.w3.org/2001/XMLSchema" xmlns:xs="http://www.w3.org/2001/XMLSchema" xmlns:p="http://schemas.microsoft.com/office/2006/metadata/properties" xmlns:ns1="http://schemas.microsoft.com/sharepoint/v3" xmlns:ns3="d1a2fcaf-74b1-424d-a5af-33c3db1feb5e" targetNamespace="http://schemas.microsoft.com/office/2006/metadata/properties" ma:root="true" ma:fieldsID="62e6c75c896214ce3f322872d155af23" ns1:_="" ns3:_="">
    <xsd:import namespace="http://schemas.microsoft.com/sharepoint/v3"/>
    <xsd:import namespace="d1a2fcaf-74b1-424d-a5af-33c3db1feb5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LengthInSeconds" minOccurs="0"/>
                <xsd:element ref="ns3:_activity" minOccurs="0"/>
                <xsd:element ref="ns1:_ip_UnifiedCompliancePolicyProperties" minOccurs="0"/>
                <xsd:element ref="ns1:_ip_UnifiedCompliancePolicyUIAction"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1a2fcaf-74b1-424d-a5af-33c3db1feb5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d1a2fcaf-74b1-424d-a5af-33c3db1feb5e" xsi:nil="true"/>
  </documentManagement>
</p:properties>
</file>

<file path=customXml/itemProps1.xml><?xml version="1.0" encoding="utf-8"?>
<ds:datastoreItem xmlns:ds="http://schemas.openxmlformats.org/officeDocument/2006/customXml" ds:itemID="{7CDFB5D9-71F9-4397-8657-61AE3A12FA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1a2fcaf-74b1-424d-a5af-33c3db1feb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5F78F01-4032-4DE9-83AB-7838AFC8C77C}">
  <ds:schemaRefs>
    <ds:schemaRef ds:uri="http://schemas.microsoft.com/sharepoint/v3/contenttype/forms"/>
  </ds:schemaRefs>
</ds:datastoreItem>
</file>

<file path=customXml/itemProps3.xml><?xml version="1.0" encoding="utf-8"?>
<ds:datastoreItem xmlns:ds="http://schemas.openxmlformats.org/officeDocument/2006/customXml" ds:itemID="{B3812721-B38F-4800-9D96-3E540F04B133}">
  <ds:schemaRefs>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schemas.microsoft.com/sharepoint/v3"/>
    <ds:schemaRef ds:uri="http://purl.org/dc/dcmitype/"/>
    <ds:schemaRef ds:uri="http://purl.org/dc/elements/1.1/"/>
    <ds:schemaRef ds:uri="d1a2fcaf-74b1-424d-a5af-33c3db1feb5e"/>
    <ds:schemaRef ds:uri="http://schemas.microsoft.com/office/2006/metadata/properties"/>
    <ds:schemaRef ds:uri="http://purl.org/dc/te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918</Words>
  <Application>Microsoft Office PowerPoint</Application>
  <PresentationFormat>Widescreen</PresentationFormat>
  <Paragraphs>84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Light</vt:lpstr>
      <vt:lpstr>Arial</vt:lpstr>
      <vt:lpstr>Chroma</vt:lpstr>
      <vt:lpstr>ICM Process</vt:lpstr>
      <vt:lpstr>Introduction</vt:lpstr>
      <vt:lpstr>Cloud PC Data Recovery Template.   </vt:lpstr>
      <vt:lpstr>Create ICM after getting the above information.   </vt:lpstr>
      <vt:lpstr>Resource Group Name: vgroup  Subscription ID: ee41d46e-1161-45b9-bd39-b917f53e3511  Storage account Nama: vgroup2  Container Name: backup     2. For best performance, configure the storage account with the following settings.  Premium Page Blob performance : Customer selected Standard Performance    3. Assign an Azure role for access to blob data. The minimum permission required for the Windows 365 service is Storage Account Contributor and Storage Blob Data Contributor. This permission can be given under “Access Control” for the SA.     Windows 365/CloudPC has been added as Storage Account Contributor for Storage Account vgroup2   </vt:lpstr>
      <vt:lpstr>4. Next, “Enable” Allow Storage Account key access, from Configuration Tab from the left.   This is done.   5. The last step is to create a new container and ask customer to share the container name.  This is done.   Container Name in customer storage account: backup  </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Tejas Onumu (INFOSYS LIMITED)</dc:creator>
  <cp:lastModifiedBy>Tejas Onumu (INFOSYS LIMITED)</cp:lastModifiedBy>
  <cp:revision>1</cp:revision>
  <dcterms:created xsi:type="dcterms:W3CDTF">2025-10-15T12:55:35Z</dcterms:created>
  <dcterms:modified xsi:type="dcterms:W3CDTF">2025-10-15T19:02:02Z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0x010100E5AC9D54298421448873BBF4E23D23AC</vt:lpwstr>
  </property>
</Properties>
</file>